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  <p:sldId id="264" r:id="rId7"/>
    <p:sldId id="263" r:id="rId8"/>
    <p:sldId id="265" r:id="rId9"/>
    <p:sldId id="261" r:id="rId10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C801"/>
    <a:srgbClr val="163964"/>
    <a:srgbClr val="1B46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-120" y="-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429" y="498248"/>
            <a:ext cx="11292113" cy="1519237"/>
          </a:xfrm>
        </p:spPr>
        <p:txBody>
          <a:bodyPr anchor="b">
            <a:normAutofit/>
          </a:bodyPr>
          <a:lstStyle>
            <a:lvl1pPr algn="r">
              <a:defRPr sz="5400">
                <a:solidFill>
                  <a:srgbClr val="F4C80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429" y="2179639"/>
            <a:ext cx="11291434" cy="650648"/>
          </a:xfrm>
        </p:spPr>
        <p:txBody>
          <a:bodyPr>
            <a:normAutofit/>
          </a:bodyPr>
          <a:lstStyle>
            <a:lvl1pPr marL="0" indent="0" algn="r">
              <a:buNone/>
              <a:defRPr sz="4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122738" y="2992441"/>
            <a:ext cx="7604125" cy="855663"/>
          </a:xfrm>
        </p:spPr>
        <p:txBody>
          <a:bodyPr/>
          <a:lstStyle>
            <a:lvl1pPr marL="0" indent="0" algn="r">
              <a:buNone/>
              <a:defRPr>
                <a:solidFill>
                  <a:srgbClr val="F4C80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0072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8000"/>
            <a:ext cx="10515600" cy="1182688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B4679"/>
                </a:solidFill>
              </a:defRPr>
            </a:lvl1pPr>
            <a:lvl2pPr>
              <a:defRPr>
                <a:solidFill>
                  <a:srgbClr val="1B4679"/>
                </a:solidFill>
              </a:defRPr>
            </a:lvl2pPr>
            <a:lvl3pPr>
              <a:defRPr>
                <a:solidFill>
                  <a:srgbClr val="1B4679"/>
                </a:solidFill>
              </a:defRPr>
            </a:lvl3pPr>
            <a:lvl4pPr>
              <a:defRPr>
                <a:solidFill>
                  <a:srgbClr val="1B4679"/>
                </a:solidFill>
              </a:defRPr>
            </a:lvl4pPr>
            <a:lvl5pPr>
              <a:defRPr>
                <a:solidFill>
                  <a:srgbClr val="1B467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 algn="l">
              <a:defRPr sz="1800" b="1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7148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505052"/>
            <a:ext cx="10515600" cy="946377"/>
          </a:xfrm>
        </p:spPr>
        <p:txBody>
          <a:bodyPr anchor="b"/>
          <a:lstStyle>
            <a:lvl1pPr algn="ctr">
              <a:defRPr sz="6000" b="1">
                <a:solidFill>
                  <a:srgbClr val="F4C80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628549"/>
            <a:ext cx="10515600" cy="4046537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3600">
                <a:solidFill>
                  <a:srgbClr val="F4C80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28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3486"/>
            <a:ext cx="10515600" cy="1197202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  <a:lvl2pPr>
              <a:defRPr>
                <a:solidFill>
                  <a:srgbClr val="163964"/>
                </a:solidFill>
              </a:defRPr>
            </a:lvl2pPr>
            <a:lvl3pPr>
              <a:defRPr>
                <a:solidFill>
                  <a:srgbClr val="163964"/>
                </a:solidFill>
              </a:defRPr>
            </a:lvl3pPr>
            <a:lvl4pPr>
              <a:defRPr>
                <a:solidFill>
                  <a:srgbClr val="163964"/>
                </a:solidFill>
              </a:defRPr>
            </a:lvl4pPr>
            <a:lvl5pPr>
              <a:defRPr>
                <a:solidFill>
                  <a:srgbClr val="1639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  <a:lvl2pPr>
              <a:defRPr>
                <a:solidFill>
                  <a:srgbClr val="163964"/>
                </a:solidFill>
              </a:defRPr>
            </a:lvl2pPr>
            <a:lvl3pPr>
              <a:defRPr>
                <a:solidFill>
                  <a:srgbClr val="163964"/>
                </a:solidFill>
              </a:defRPr>
            </a:lvl3pPr>
            <a:lvl4pPr>
              <a:defRPr>
                <a:solidFill>
                  <a:srgbClr val="163964"/>
                </a:solidFill>
              </a:defRPr>
            </a:lvl4pPr>
            <a:lvl5pPr>
              <a:defRPr>
                <a:solidFill>
                  <a:srgbClr val="1639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 algn="l">
              <a:defRPr sz="1800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00135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08000"/>
            <a:ext cx="10515600" cy="1182688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16396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  <a:lvl2pPr>
              <a:defRPr>
                <a:solidFill>
                  <a:srgbClr val="163964"/>
                </a:solidFill>
              </a:defRPr>
            </a:lvl2pPr>
            <a:lvl3pPr>
              <a:defRPr>
                <a:solidFill>
                  <a:srgbClr val="163964"/>
                </a:solidFill>
              </a:defRPr>
            </a:lvl3pPr>
            <a:lvl4pPr>
              <a:defRPr>
                <a:solidFill>
                  <a:srgbClr val="163964"/>
                </a:solidFill>
              </a:defRPr>
            </a:lvl4pPr>
            <a:lvl5pPr>
              <a:defRPr>
                <a:solidFill>
                  <a:srgbClr val="1639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16396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  <a:lvl2pPr>
              <a:defRPr>
                <a:solidFill>
                  <a:srgbClr val="163964"/>
                </a:solidFill>
              </a:defRPr>
            </a:lvl2pPr>
            <a:lvl3pPr>
              <a:defRPr>
                <a:solidFill>
                  <a:srgbClr val="163964"/>
                </a:solidFill>
              </a:defRPr>
            </a:lvl3pPr>
            <a:lvl4pPr>
              <a:defRPr>
                <a:solidFill>
                  <a:srgbClr val="163964"/>
                </a:solidFill>
              </a:defRPr>
            </a:lvl4pPr>
            <a:lvl5pPr>
              <a:defRPr>
                <a:solidFill>
                  <a:srgbClr val="1639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 algn="l">
              <a:defRPr sz="1800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6520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6000" b="1">
                <a:solidFill>
                  <a:srgbClr val="F4C80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8461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387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08000"/>
            <a:ext cx="3932237" cy="1549400"/>
          </a:xfrm>
        </p:spPr>
        <p:txBody>
          <a:bodyPr anchor="b"/>
          <a:lstStyle>
            <a:lvl1pPr>
              <a:defRPr sz="3200">
                <a:solidFill>
                  <a:srgbClr val="1639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rgbClr val="163964"/>
                </a:solidFill>
              </a:defRPr>
            </a:lvl1pPr>
            <a:lvl2pPr>
              <a:defRPr sz="2800">
                <a:solidFill>
                  <a:srgbClr val="163964"/>
                </a:solidFill>
              </a:defRPr>
            </a:lvl2pPr>
            <a:lvl3pPr>
              <a:defRPr sz="2400">
                <a:solidFill>
                  <a:srgbClr val="163964"/>
                </a:solidFill>
              </a:defRPr>
            </a:lvl3pPr>
            <a:lvl4pPr>
              <a:defRPr sz="2000">
                <a:solidFill>
                  <a:srgbClr val="163964"/>
                </a:solidFill>
              </a:defRPr>
            </a:lvl4pPr>
            <a:lvl5pPr>
              <a:defRPr sz="2000">
                <a:solidFill>
                  <a:srgbClr val="163964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163964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6491968"/>
            <a:ext cx="2743200" cy="365125"/>
          </a:xfrm>
        </p:spPr>
        <p:txBody>
          <a:bodyPr/>
          <a:lstStyle>
            <a:lvl1pPr algn="l">
              <a:defRPr sz="1800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2689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08000"/>
            <a:ext cx="3932237" cy="1549400"/>
          </a:xfrm>
        </p:spPr>
        <p:txBody>
          <a:bodyPr anchor="b"/>
          <a:lstStyle>
            <a:lvl1pPr>
              <a:defRPr sz="3200">
                <a:solidFill>
                  <a:srgbClr val="1639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rgbClr val="163964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163964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29" y="6492875"/>
            <a:ext cx="2743200" cy="365125"/>
          </a:xfrm>
        </p:spPr>
        <p:txBody>
          <a:bodyPr/>
          <a:lstStyle>
            <a:lvl1pPr algn="l">
              <a:defRPr sz="1800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6472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3486"/>
            <a:ext cx="10515600" cy="1197202"/>
          </a:xfrm>
        </p:spPr>
        <p:txBody>
          <a:bodyPr/>
          <a:lstStyle>
            <a:lvl1pPr>
              <a:defRPr>
                <a:solidFill>
                  <a:srgbClr val="1639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163964"/>
                </a:solidFill>
              </a:defRPr>
            </a:lvl1pPr>
            <a:lvl2pPr>
              <a:defRPr>
                <a:solidFill>
                  <a:srgbClr val="163964"/>
                </a:solidFill>
              </a:defRPr>
            </a:lvl2pPr>
            <a:lvl3pPr>
              <a:defRPr>
                <a:solidFill>
                  <a:srgbClr val="163964"/>
                </a:solidFill>
              </a:defRPr>
            </a:lvl3pPr>
            <a:lvl4pPr>
              <a:defRPr>
                <a:solidFill>
                  <a:srgbClr val="163964"/>
                </a:solidFill>
              </a:defRPr>
            </a:lvl4pPr>
            <a:lvl5pPr>
              <a:defRPr>
                <a:solidFill>
                  <a:srgbClr val="1639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 algn="l">
              <a:defRPr sz="1800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6884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07999"/>
            <a:ext cx="2628900" cy="5668964"/>
          </a:xfrm>
        </p:spPr>
        <p:txBody>
          <a:bodyPr vert="eaVert"/>
          <a:lstStyle>
            <a:lvl1pPr>
              <a:defRPr>
                <a:solidFill>
                  <a:srgbClr val="1639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507999"/>
            <a:ext cx="7734300" cy="5668963"/>
          </a:xfrm>
        </p:spPr>
        <p:txBody>
          <a:bodyPr vert="eaVert"/>
          <a:lstStyle>
            <a:lvl1pPr>
              <a:defRPr>
                <a:solidFill>
                  <a:srgbClr val="163964"/>
                </a:solidFill>
              </a:defRPr>
            </a:lvl1pPr>
            <a:lvl2pPr>
              <a:defRPr>
                <a:solidFill>
                  <a:srgbClr val="163964"/>
                </a:solidFill>
              </a:defRPr>
            </a:lvl2pPr>
            <a:lvl3pPr>
              <a:defRPr>
                <a:solidFill>
                  <a:srgbClr val="163964"/>
                </a:solidFill>
              </a:defRPr>
            </a:lvl3pPr>
            <a:lvl4pPr>
              <a:defRPr>
                <a:solidFill>
                  <a:srgbClr val="163964"/>
                </a:solidFill>
              </a:defRPr>
            </a:lvl4pPr>
            <a:lvl5pPr>
              <a:defRPr>
                <a:solidFill>
                  <a:srgbClr val="1639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 algn="l">
              <a:defRPr sz="1800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1786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08000"/>
            <a:ext cx="10515600" cy="1182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F4C801"/>
                </a:solidFill>
              </a:defRPr>
            </a:lvl1pPr>
          </a:lstStyle>
          <a:p>
            <a:fld id="{11D903BF-960E-4211-9077-D6CCC4E0801E}" type="datetimeFigureOut">
              <a:rPr lang="id-ID" smtClean="0"/>
              <a:pPr/>
              <a:t>24/09/2019</a:t>
            </a:fld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rgbClr val="F4C801"/>
                </a:solidFill>
              </a:defRPr>
            </a:lvl1pPr>
          </a:lstStyle>
          <a:p>
            <a:fld id="{73596A49-7720-4517-9955-5D2E607B0692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74320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PENS ATTENDANCE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(</a:t>
            </a:r>
            <a:r>
              <a:rPr lang="en-US" dirty="0" err="1" smtClean="0"/>
              <a:t>Dosen</a:t>
            </a:r>
            <a:r>
              <a:rPr lang="en-US" dirty="0" smtClean="0"/>
              <a:t>)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Politeknik</a:t>
            </a:r>
            <a:r>
              <a:rPr lang="en-US" dirty="0"/>
              <a:t> </a:t>
            </a:r>
            <a:r>
              <a:rPr lang="en-US" dirty="0" err="1"/>
              <a:t>Elektronika</a:t>
            </a:r>
            <a:r>
              <a:rPr lang="en-US" dirty="0"/>
              <a:t> </a:t>
            </a:r>
            <a:r>
              <a:rPr lang="en-US" dirty="0" err="1"/>
              <a:t>Negeri</a:t>
            </a:r>
            <a:r>
              <a:rPr lang="en-US" dirty="0"/>
              <a:t> Surabaya</a:t>
            </a:r>
          </a:p>
          <a:p>
            <a:r>
              <a:rPr lang="en-US" dirty="0"/>
              <a:t>2019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212825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Konten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PENS </a:t>
            </a:r>
            <a:r>
              <a:rPr lang="en-US" dirty="0" smtClean="0"/>
              <a:t>Attendance</a:t>
            </a:r>
          </a:p>
          <a:p>
            <a:r>
              <a:rPr lang="en-US" dirty="0" smtClean="0"/>
              <a:t>Cara </a:t>
            </a:r>
            <a:r>
              <a:rPr lang="en-US" dirty="0" err="1" smtClean="0"/>
              <a:t>Mendapatkan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endParaRPr lang="en-US" dirty="0"/>
          </a:p>
          <a:p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  <a:p>
            <a:pPr marL="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3791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PENS Attendance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/>
              <a:t>Mencatat</a:t>
            </a:r>
            <a:r>
              <a:rPr lang="en-US" dirty="0"/>
              <a:t> </a:t>
            </a:r>
            <a:r>
              <a:rPr lang="en-US" dirty="0" err="1"/>
              <a:t>presensi</a:t>
            </a:r>
            <a:r>
              <a:rPr lang="en-US" dirty="0"/>
              <a:t> </a:t>
            </a:r>
            <a:r>
              <a:rPr lang="en-US" dirty="0" err="1"/>
              <a:t>kehadiran</a:t>
            </a:r>
            <a:r>
              <a:rPr lang="en-US" dirty="0"/>
              <a:t> </a:t>
            </a:r>
            <a:r>
              <a:rPr lang="en-US" dirty="0" err="1"/>
              <a:t>perkuliahan</a:t>
            </a:r>
            <a:endParaRPr lang="en-US" dirty="0"/>
          </a:p>
          <a:p>
            <a:pPr lvl="1">
              <a:buFont typeface="Wingdings" pitchFamily="2" charset="2"/>
              <a:buChar char="ü"/>
            </a:pP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pencatat</a:t>
            </a:r>
            <a:r>
              <a:rPr lang="en-US" dirty="0"/>
              <a:t> </a:t>
            </a:r>
            <a:r>
              <a:rPr lang="en-US" dirty="0" err="1"/>
              <a:t>presensi</a:t>
            </a:r>
            <a:r>
              <a:rPr lang="en-US" dirty="0"/>
              <a:t> </a:t>
            </a:r>
            <a:r>
              <a:rPr lang="en-US" dirty="0" err="1"/>
              <a:t>kehadiran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perkuliahan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Menggunakan</a:t>
            </a:r>
            <a:r>
              <a:rPr lang="en-US" dirty="0"/>
              <a:t> QR Code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scanning QR Code yang degenerate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mobile </a:t>
            </a:r>
            <a:r>
              <a:rPr lang="en-US" dirty="0" err="1"/>
              <a:t>atau</a:t>
            </a:r>
            <a:r>
              <a:rPr lang="en-US" dirty="0"/>
              <a:t> web</a:t>
            </a:r>
          </a:p>
          <a:p>
            <a:pPr marL="514350" indent="-514350">
              <a:buAutoNum type="arabicPeriod"/>
            </a:pP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lokasi</a:t>
            </a:r>
            <a:endParaRPr lang="en-US" dirty="0"/>
          </a:p>
          <a:p>
            <a:pPr lvl="1">
              <a:buFont typeface="Wingdings" pitchFamily="2" charset="2"/>
              <a:buChar char="ü"/>
            </a:pPr>
            <a:r>
              <a:rPr lang="en-US" dirty="0" err="1"/>
              <a:t>Absensi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tertetu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0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Cara </a:t>
            </a:r>
            <a:r>
              <a:rPr lang="en-US" dirty="0" err="1" smtClean="0"/>
              <a:t>Mendapatkan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dirty="0" err="1" smtClean="0"/>
              <a:t>Versi</a:t>
            </a:r>
            <a:r>
              <a:rPr lang="en-US" dirty="0" smtClean="0"/>
              <a:t> Android</a:t>
            </a:r>
            <a:endParaRPr lang="en-US" dirty="0"/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Di </a:t>
            </a:r>
            <a:r>
              <a:rPr lang="en-US" dirty="0" err="1" smtClean="0"/>
              <a:t>playstore</a:t>
            </a:r>
            <a:r>
              <a:rPr lang="en-US" dirty="0" smtClean="0"/>
              <a:t> </a:t>
            </a:r>
            <a:r>
              <a:rPr lang="en-US" dirty="0" err="1" smtClean="0"/>
              <a:t>ketikan</a:t>
            </a:r>
            <a:r>
              <a:rPr lang="en-US" dirty="0" smtClean="0"/>
              <a:t> kata </a:t>
            </a:r>
            <a:r>
              <a:rPr lang="en-US" dirty="0" err="1" smtClean="0"/>
              <a:t>kunci</a:t>
            </a:r>
            <a:r>
              <a:rPr lang="en-US" dirty="0" smtClean="0"/>
              <a:t> : PENS Attendance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langsung</a:t>
            </a:r>
            <a:r>
              <a:rPr lang="en-US" dirty="0" smtClean="0"/>
              <a:t> </a:t>
            </a:r>
            <a:r>
              <a:rPr lang="en-US" dirty="0" err="1" smtClean="0"/>
              <a:t>klik</a:t>
            </a:r>
            <a:r>
              <a:rPr lang="en-US" dirty="0" smtClean="0"/>
              <a:t> </a:t>
            </a:r>
            <a:r>
              <a:rPr lang="en-US" dirty="0" err="1" smtClean="0"/>
              <a:t>url</a:t>
            </a:r>
            <a:r>
              <a:rPr lang="en-US" dirty="0" smtClean="0"/>
              <a:t> </a:t>
            </a:r>
            <a:r>
              <a:rPr lang="en-US" dirty="0" err="1" smtClean="0"/>
              <a:t>berikut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:</a:t>
            </a:r>
          </a:p>
          <a:p>
            <a:pPr marL="914400" lvl="2" indent="0">
              <a:buNone/>
            </a:pPr>
            <a:r>
              <a:rPr lang="en-US" i="1" dirty="0">
                <a:solidFill>
                  <a:srgbClr val="FF0000"/>
                </a:solidFill>
              </a:rPr>
              <a:t>https://</a:t>
            </a:r>
            <a:r>
              <a:rPr lang="en-US" i="1" dirty="0" smtClean="0">
                <a:solidFill>
                  <a:srgbClr val="FF0000"/>
                </a:solidFill>
              </a:rPr>
              <a:t>play.google.com/store/apps/details?id=pens.qr.attendance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 err="1"/>
              <a:t>Versi</a:t>
            </a:r>
            <a:r>
              <a:rPr lang="en-US" dirty="0"/>
              <a:t> IOS</a:t>
            </a:r>
          </a:p>
          <a:p>
            <a:pPr marL="800100" lvl="2" indent="-342900">
              <a:spcBef>
                <a:spcPts val="1000"/>
              </a:spcBef>
              <a:buFont typeface="Wingdings" pitchFamily="2" charset="2"/>
              <a:buChar char="ü"/>
            </a:pPr>
            <a:r>
              <a:rPr lang="en-US" dirty="0" err="1"/>
              <a:t>Dalam</a:t>
            </a:r>
            <a:r>
              <a:rPr lang="en-US" dirty="0"/>
              <a:t> proses </a:t>
            </a:r>
            <a:r>
              <a:rPr lang="en-US" dirty="0" err="1" smtClean="0"/>
              <a:t>penyempurnaan</a:t>
            </a:r>
            <a:endParaRPr lang="en-US" i="1" dirty="0">
              <a:solidFill>
                <a:srgbClr val="FF0000"/>
              </a:solidFill>
            </a:endParaRPr>
          </a:p>
          <a:p>
            <a:pPr marL="514350" indent="-514350">
              <a:buAutoNum type="arabicPeriod"/>
            </a:pPr>
            <a:r>
              <a:rPr lang="en-US" dirty="0" err="1" smtClean="0"/>
              <a:t>Versi</a:t>
            </a:r>
            <a:r>
              <a:rPr lang="en-US" dirty="0" smtClean="0"/>
              <a:t> Web</a:t>
            </a:r>
            <a:endParaRPr lang="en-US" dirty="0"/>
          </a:p>
          <a:p>
            <a:pPr lvl="1">
              <a:buFont typeface="Wingdings" pitchFamily="2" charset="2"/>
              <a:buChar char="ü"/>
            </a:pP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menampilkan</a:t>
            </a:r>
            <a:r>
              <a:rPr lang="en-US" dirty="0" smtClean="0"/>
              <a:t> </a:t>
            </a:r>
            <a:r>
              <a:rPr lang="en-US" dirty="0" err="1" smtClean="0"/>
              <a:t>QRCode</a:t>
            </a:r>
            <a:r>
              <a:rPr lang="en-US" dirty="0" smtClean="0"/>
              <a:t> </a:t>
            </a:r>
            <a:r>
              <a:rPr lang="en-US" dirty="0" err="1" smtClean="0"/>
              <a:t>Absen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layar</a:t>
            </a:r>
            <a:r>
              <a:rPr lang="en-US" dirty="0" smtClean="0"/>
              <a:t> LCD </a:t>
            </a:r>
            <a:r>
              <a:rPr lang="en-US" dirty="0" err="1" smtClean="0"/>
              <a:t>dosen</a:t>
            </a:r>
            <a:r>
              <a:rPr lang="en-US" dirty="0" smtClean="0"/>
              <a:t> 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r>
              <a:rPr lang="en-US" dirty="0" smtClean="0"/>
              <a:t> </a:t>
            </a:r>
            <a:r>
              <a:rPr lang="en-US" dirty="0" err="1" smtClean="0"/>
              <a:t>sebelum</a:t>
            </a:r>
            <a:r>
              <a:rPr lang="en-US" dirty="0" smtClean="0"/>
              <a:t> proses </a:t>
            </a:r>
            <a:r>
              <a:rPr lang="en-US" dirty="0" err="1" smtClean="0"/>
              <a:t>belajar</a:t>
            </a:r>
            <a:r>
              <a:rPr lang="en-US" dirty="0" smtClean="0"/>
              <a:t> </a:t>
            </a:r>
            <a:r>
              <a:rPr lang="en-US" dirty="0" err="1" smtClean="0"/>
              <a:t>mengajar</a:t>
            </a:r>
            <a:r>
              <a:rPr lang="en-US" dirty="0" smtClean="0"/>
              <a:t> </a:t>
            </a:r>
            <a:r>
              <a:rPr lang="en-US" dirty="0" err="1" smtClean="0"/>
              <a:t>dimulai</a:t>
            </a:r>
            <a:endParaRPr lang="en-US" dirty="0" smtClean="0"/>
          </a:p>
          <a:p>
            <a:pPr lvl="1">
              <a:buFont typeface="Wingdings" pitchFamily="2" charset="2"/>
              <a:buChar char="ü"/>
            </a:pPr>
            <a:r>
              <a:rPr lang="en-US" dirty="0" err="1" smtClean="0"/>
              <a:t>Berikut</a:t>
            </a:r>
            <a:r>
              <a:rPr lang="en-US" dirty="0" smtClean="0"/>
              <a:t> </a:t>
            </a:r>
            <a:r>
              <a:rPr lang="en-US" dirty="0" err="1" smtClean="0"/>
              <a:t>url</a:t>
            </a:r>
            <a:r>
              <a:rPr lang="en-US" dirty="0" smtClean="0"/>
              <a:t> </a:t>
            </a:r>
            <a:r>
              <a:rPr lang="en-US" dirty="0" err="1" smtClean="0"/>
              <a:t>nya</a:t>
            </a:r>
            <a:r>
              <a:rPr lang="en-US" dirty="0" smtClean="0"/>
              <a:t> : </a:t>
            </a:r>
            <a:r>
              <a:rPr lang="en-US" i="1" dirty="0" smtClean="0">
                <a:solidFill>
                  <a:srgbClr val="FF0000"/>
                </a:solidFill>
              </a:rPr>
              <a:t>https://online.mis.pens.ac.id/att/login.php 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err="1" smtClean="0"/>
              <a:t>Syarat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dijalankan</a:t>
            </a:r>
            <a:r>
              <a:rPr lang="en-US" dirty="0" smtClean="0"/>
              <a:t>,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boleh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proxy PENS. </a:t>
            </a: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wifi</a:t>
            </a:r>
            <a:r>
              <a:rPr lang="en-US" dirty="0" smtClean="0"/>
              <a:t> </a:t>
            </a:r>
            <a:r>
              <a:rPr lang="en-US" dirty="0" err="1" smtClean="0"/>
              <a:t>EEPISMobile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mengakses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49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 smtClean="0"/>
              <a:t>Dosen</a:t>
            </a:r>
            <a:r>
              <a:rPr lang="en-US" dirty="0" smtClean="0"/>
              <a:t> </a:t>
            </a:r>
            <a:r>
              <a:rPr lang="en-US" dirty="0" err="1" smtClean="0"/>
              <a:t>Versi</a:t>
            </a:r>
            <a:r>
              <a:rPr lang="en-US" dirty="0" smtClean="0"/>
              <a:t> Android</a:t>
            </a:r>
            <a:endParaRPr lang="id-ID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E9F8A2FF-18A7-7F40-9BA8-85689B70E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09"/>
          <a:stretch/>
        </p:blipFill>
        <p:spPr>
          <a:xfrm>
            <a:off x="1049225" y="1573955"/>
            <a:ext cx="2116867" cy="41159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EF7B98F-B60D-9B49-8720-DF16A475EA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608" y="1573952"/>
            <a:ext cx="2121825" cy="41159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8D8D3D88-86DC-B44C-9D6C-6253A8101F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949" y="1573951"/>
            <a:ext cx="2121825" cy="41159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6CDEA3F-49C9-414C-A4A1-9A8E1E1D383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96"/>
          <a:stretch/>
        </p:blipFill>
        <p:spPr>
          <a:xfrm>
            <a:off x="9376290" y="1573950"/>
            <a:ext cx="2121042" cy="41159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xmlns="" id="{B8B90B83-BBCD-EE4B-96C3-9884EA9E54F9}"/>
              </a:ext>
            </a:extLst>
          </p:cNvPr>
          <p:cNvSpPr txBox="1">
            <a:spLocks/>
          </p:cNvSpPr>
          <p:nvPr/>
        </p:nvSpPr>
        <p:spPr>
          <a:xfrm>
            <a:off x="959113" y="5689899"/>
            <a:ext cx="2297090" cy="7303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Login username </a:t>
            </a:r>
            <a:r>
              <a:rPr lang="en-US" sz="2000" dirty="0" err="1"/>
              <a:t>dan</a:t>
            </a:r>
            <a:r>
              <a:rPr lang="en-US" sz="2000" dirty="0"/>
              <a:t> password email pens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xmlns="" id="{2C94D04E-64FD-A340-9952-30356CDFB6C3}"/>
              </a:ext>
            </a:extLst>
          </p:cNvPr>
          <p:cNvSpPr txBox="1">
            <a:spLocks/>
          </p:cNvSpPr>
          <p:nvPr/>
        </p:nvSpPr>
        <p:spPr>
          <a:xfrm>
            <a:off x="3831336" y="5689899"/>
            <a:ext cx="2112097" cy="730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 err="1"/>
              <a:t>Daftar</a:t>
            </a:r>
            <a:r>
              <a:rPr lang="en-US" sz="1800" dirty="0"/>
              <a:t> </a:t>
            </a:r>
            <a:r>
              <a:rPr lang="en-US" sz="1800" dirty="0" err="1"/>
              <a:t>mata</a:t>
            </a:r>
            <a:r>
              <a:rPr lang="en-US" sz="1800" dirty="0"/>
              <a:t> </a:t>
            </a:r>
            <a:r>
              <a:rPr lang="en-US" sz="1800" dirty="0" err="1"/>
              <a:t>kuliah</a:t>
            </a:r>
            <a:endParaRPr lang="en-US" sz="18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xmlns="" id="{9E5439E1-002B-6840-AD30-9C299D880647}"/>
              </a:ext>
            </a:extLst>
          </p:cNvPr>
          <p:cNvSpPr txBox="1">
            <a:spLocks/>
          </p:cNvSpPr>
          <p:nvPr/>
        </p:nvSpPr>
        <p:spPr>
          <a:xfrm>
            <a:off x="6598949" y="5689899"/>
            <a:ext cx="2112097" cy="7303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QR Code </a:t>
            </a:r>
            <a:r>
              <a:rPr lang="en-US" sz="1800" dirty="0" err="1"/>
              <a:t>absensi</a:t>
            </a:r>
            <a:r>
              <a:rPr lang="en-US" sz="1800" dirty="0"/>
              <a:t> degenerate </a:t>
            </a:r>
            <a:r>
              <a:rPr lang="en-US" sz="1800" dirty="0" err="1"/>
              <a:t>otomatis</a:t>
            </a:r>
            <a:endParaRPr lang="en-US" sz="18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xmlns="" id="{7799FEAB-A026-5948-85D6-D30955583A06}"/>
              </a:ext>
            </a:extLst>
          </p:cNvPr>
          <p:cNvSpPr txBox="1">
            <a:spLocks/>
          </p:cNvSpPr>
          <p:nvPr/>
        </p:nvSpPr>
        <p:spPr>
          <a:xfrm>
            <a:off x="9376123" y="5689899"/>
            <a:ext cx="2112097" cy="7303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 err="1"/>
              <a:t>Dosen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melihat</a:t>
            </a:r>
            <a:r>
              <a:rPr lang="en-US" sz="1800" dirty="0"/>
              <a:t> </a:t>
            </a:r>
            <a:r>
              <a:rPr lang="en-US" sz="1800" dirty="0" err="1"/>
              <a:t>rekap</a:t>
            </a:r>
            <a:r>
              <a:rPr lang="en-US" sz="1800" dirty="0"/>
              <a:t> </a:t>
            </a:r>
            <a:r>
              <a:rPr lang="en-US" sz="1800" dirty="0" err="1"/>
              <a:t>absensi</a:t>
            </a:r>
            <a:endParaRPr lang="en-US" sz="18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32DDC343-F37D-B44C-B07B-593B36078594}"/>
              </a:ext>
            </a:extLst>
          </p:cNvPr>
          <p:cNvCxnSpPr/>
          <p:nvPr/>
        </p:nvCxnSpPr>
        <p:spPr>
          <a:xfrm>
            <a:off x="3175820" y="2381590"/>
            <a:ext cx="65551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43400601-7BEE-A242-A26D-329F11E604C3}"/>
              </a:ext>
            </a:extLst>
          </p:cNvPr>
          <p:cNvCxnSpPr>
            <a:cxnSpLocks/>
          </p:cNvCxnSpPr>
          <p:nvPr/>
        </p:nvCxnSpPr>
        <p:spPr>
          <a:xfrm>
            <a:off x="5864352" y="3155782"/>
            <a:ext cx="734597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xmlns="" id="{E69C20DF-619E-BD4F-8E4B-CA42A3180EC3}"/>
              </a:ext>
            </a:extLst>
          </p:cNvPr>
          <p:cNvSpPr/>
          <p:nvPr/>
        </p:nvSpPr>
        <p:spPr>
          <a:xfrm>
            <a:off x="3855720" y="2926080"/>
            <a:ext cx="2008632" cy="4511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B0214AF6-ED94-C348-9F19-45B2D2562F3E}"/>
              </a:ext>
            </a:extLst>
          </p:cNvPr>
          <p:cNvCxnSpPr/>
          <p:nvPr/>
        </p:nvCxnSpPr>
        <p:spPr>
          <a:xfrm>
            <a:off x="8711046" y="5277190"/>
            <a:ext cx="65551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xmlns="" id="{FC6FEC64-AF37-6946-9B7E-E9C861D950E4}"/>
              </a:ext>
            </a:extLst>
          </p:cNvPr>
          <p:cNvSpPr/>
          <p:nvPr/>
        </p:nvSpPr>
        <p:spPr>
          <a:xfrm>
            <a:off x="6598948" y="5051638"/>
            <a:ext cx="2102369" cy="4511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45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Versi</a:t>
            </a:r>
            <a:r>
              <a:rPr lang="en-US" dirty="0"/>
              <a:t> Android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Arti</a:t>
            </a:r>
            <a:r>
              <a:rPr lang="en-US" dirty="0" smtClean="0"/>
              <a:t> </a:t>
            </a:r>
            <a:r>
              <a:rPr lang="en-US" dirty="0" err="1" smtClean="0"/>
              <a:t>Tombol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Tutup</a:t>
            </a:r>
            <a:r>
              <a:rPr lang="en-US" dirty="0" smtClean="0"/>
              <a:t> </a:t>
            </a:r>
            <a:r>
              <a:rPr lang="en-US" dirty="0" err="1" smtClean="0"/>
              <a:t>Absensi</a:t>
            </a:r>
            <a:r>
              <a:rPr lang="en-US" dirty="0" smtClean="0"/>
              <a:t> : </a:t>
            </a:r>
            <a:r>
              <a:rPr lang="en-US" dirty="0" err="1" smtClean="0"/>
              <a:t>Menutup</a:t>
            </a:r>
            <a:r>
              <a:rPr lang="en-US" dirty="0" smtClean="0"/>
              <a:t> </a:t>
            </a:r>
            <a:r>
              <a:rPr lang="en-US" dirty="0" err="1" smtClean="0"/>
              <a:t>sesi</a:t>
            </a:r>
            <a:r>
              <a:rPr lang="en-US" dirty="0" smtClean="0"/>
              <a:t> </a:t>
            </a:r>
            <a:r>
              <a:rPr lang="en-US" dirty="0" err="1" smtClean="0"/>
              <a:t>absensi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permanen</a:t>
            </a:r>
            <a:r>
              <a:rPr lang="en-US" dirty="0" smtClean="0"/>
              <a:t> data </a:t>
            </a:r>
            <a:r>
              <a:rPr lang="en-US" dirty="0" err="1" smtClean="0"/>
              <a:t>absen</a:t>
            </a:r>
            <a:r>
              <a:rPr lang="en-US" dirty="0" smtClean="0"/>
              <a:t> </a:t>
            </a:r>
            <a:r>
              <a:rPr lang="en-US" dirty="0" err="1" smtClean="0"/>
              <a:t>masuk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MIS </a:t>
            </a:r>
            <a:r>
              <a:rPr lang="en-US" dirty="0" err="1" smtClean="0"/>
              <a:t>sesaat</a:t>
            </a:r>
            <a:r>
              <a:rPr lang="en-US" dirty="0" smtClean="0"/>
              <a:t> </a:t>
            </a:r>
            <a:r>
              <a:rPr lang="en-US" dirty="0" err="1" smtClean="0"/>
              <a:t>setelah</a:t>
            </a:r>
            <a:r>
              <a:rPr lang="en-US" dirty="0" smtClean="0"/>
              <a:t> </a:t>
            </a:r>
            <a:r>
              <a:rPr lang="en-US" dirty="0" err="1" smtClean="0"/>
              <a:t>menekan</a:t>
            </a:r>
            <a:r>
              <a:rPr lang="en-US" dirty="0" smtClean="0"/>
              <a:t> </a:t>
            </a:r>
            <a:r>
              <a:rPr lang="en-US" dirty="0" err="1" smtClean="0"/>
              <a:t>tombol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. </a:t>
            </a: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perkuliahan</a:t>
            </a:r>
            <a:r>
              <a:rPr lang="en-US" dirty="0" smtClean="0"/>
              <a:t> yang </a:t>
            </a:r>
            <a:r>
              <a:rPr lang="en-US" dirty="0" err="1" smtClean="0"/>
              <a:t>dihadiri</a:t>
            </a:r>
            <a:r>
              <a:rPr lang="en-US" dirty="0" smtClean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mahasiswa</a:t>
            </a:r>
            <a:r>
              <a:rPr lang="en-US" dirty="0" smtClean="0"/>
              <a:t> yang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masuk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MIS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Ulang</a:t>
            </a:r>
            <a:r>
              <a:rPr lang="en-US" dirty="0" smtClean="0"/>
              <a:t> </a:t>
            </a:r>
            <a:r>
              <a:rPr lang="en-US" dirty="0" err="1" smtClean="0"/>
              <a:t>Absensi</a:t>
            </a:r>
            <a:r>
              <a:rPr lang="en-US" dirty="0" smtClean="0"/>
              <a:t> : </a:t>
            </a:r>
            <a:r>
              <a:rPr lang="en-US" dirty="0" err="1" smtClean="0"/>
              <a:t>Mengulang</a:t>
            </a:r>
            <a:r>
              <a:rPr lang="en-US" dirty="0" smtClean="0"/>
              <a:t> </a:t>
            </a:r>
            <a:r>
              <a:rPr lang="en-US" dirty="0" err="1" smtClean="0"/>
              <a:t>absensi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Batalkan</a:t>
            </a:r>
            <a:r>
              <a:rPr lang="en-US" dirty="0" smtClean="0"/>
              <a:t> </a:t>
            </a:r>
            <a:r>
              <a:rPr lang="en-US" dirty="0" err="1" smtClean="0"/>
              <a:t>Absensi</a:t>
            </a:r>
            <a:r>
              <a:rPr lang="en-US" dirty="0" smtClean="0"/>
              <a:t> : </a:t>
            </a:r>
            <a:r>
              <a:rPr lang="en-US" dirty="0" err="1" smtClean="0"/>
              <a:t>Membatalkan</a:t>
            </a:r>
            <a:r>
              <a:rPr lang="en-US" dirty="0" smtClean="0"/>
              <a:t> </a:t>
            </a:r>
            <a:r>
              <a:rPr lang="en-US" dirty="0" err="1" smtClean="0"/>
              <a:t>absensi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kembali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halaman</a:t>
            </a:r>
            <a:r>
              <a:rPr lang="en-US" dirty="0" smtClean="0"/>
              <a:t> </a:t>
            </a:r>
            <a:r>
              <a:rPr lang="en-US" dirty="0" err="1" smtClean="0"/>
              <a:t>utama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klik</a:t>
            </a:r>
            <a:r>
              <a:rPr lang="en-US" dirty="0" smtClean="0"/>
              <a:t> </a:t>
            </a:r>
            <a:r>
              <a:rPr lang="en-US" dirty="0" err="1" smtClean="0"/>
              <a:t>tombol</a:t>
            </a:r>
            <a:r>
              <a:rPr lang="en-US" dirty="0" smtClean="0"/>
              <a:t> </a:t>
            </a:r>
            <a:r>
              <a:rPr lang="en-US" dirty="0" err="1" smtClean="0"/>
              <a:t>merah</a:t>
            </a:r>
            <a:r>
              <a:rPr lang="en-US" dirty="0" smtClean="0"/>
              <a:t> (</a:t>
            </a:r>
            <a:r>
              <a:rPr lang="en-US" dirty="0" err="1" smtClean="0"/>
              <a:t>Hadir</a:t>
            </a:r>
            <a:r>
              <a:rPr lang="en-US" dirty="0" smtClean="0"/>
              <a:t> xx </a:t>
            </a:r>
            <a:r>
              <a:rPr lang="en-US" dirty="0" err="1" smtClean="0"/>
              <a:t>Mahasiswa</a:t>
            </a:r>
            <a:r>
              <a:rPr lang="en-US" dirty="0" smtClean="0"/>
              <a:t>)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melihat</a:t>
            </a:r>
            <a:r>
              <a:rPr lang="en-US" dirty="0" smtClean="0"/>
              <a:t> data </a:t>
            </a:r>
            <a:r>
              <a:rPr lang="en-US" dirty="0" err="1" smtClean="0"/>
              <a:t>detil</a:t>
            </a:r>
            <a:r>
              <a:rPr lang="en-US" dirty="0" smtClean="0"/>
              <a:t> </a:t>
            </a:r>
            <a:r>
              <a:rPr lang="en-US" dirty="0" err="1" smtClean="0"/>
              <a:t>mahasiswa</a:t>
            </a:r>
            <a:r>
              <a:rPr lang="en-US" dirty="0" smtClean="0"/>
              <a:t> yang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</a:t>
            </a:r>
            <a:r>
              <a:rPr lang="en-US" dirty="0" err="1" smtClean="0"/>
              <a:t>presensi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belum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962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634" y="1573950"/>
            <a:ext cx="2187494" cy="34023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6233" y="1573950"/>
            <a:ext cx="2396255" cy="3477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 smtClean="0"/>
              <a:t>Dosen</a:t>
            </a:r>
            <a:r>
              <a:rPr lang="en-US" dirty="0" smtClean="0"/>
              <a:t> </a:t>
            </a:r>
            <a:r>
              <a:rPr lang="en-US" dirty="0" err="1" smtClean="0"/>
              <a:t>Versi</a:t>
            </a:r>
            <a:r>
              <a:rPr lang="en-US" dirty="0" smtClean="0"/>
              <a:t> Web</a:t>
            </a:r>
            <a:endParaRPr lang="id-ID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xmlns="" id="{B8B90B83-BBCD-EE4B-96C3-9884EA9E54F9}"/>
              </a:ext>
            </a:extLst>
          </p:cNvPr>
          <p:cNvSpPr txBox="1">
            <a:spLocks/>
          </p:cNvSpPr>
          <p:nvPr/>
        </p:nvSpPr>
        <p:spPr>
          <a:xfrm>
            <a:off x="606292" y="4853925"/>
            <a:ext cx="2297090" cy="7303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Login username </a:t>
            </a:r>
            <a:r>
              <a:rPr lang="en-US" sz="2000" dirty="0" err="1"/>
              <a:t>dan</a:t>
            </a:r>
            <a:r>
              <a:rPr lang="en-US" sz="2000" dirty="0"/>
              <a:t> password email pens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xmlns="" id="{2C94D04E-64FD-A340-9952-30356CDFB6C3}"/>
              </a:ext>
            </a:extLst>
          </p:cNvPr>
          <p:cNvSpPr txBox="1">
            <a:spLocks/>
          </p:cNvSpPr>
          <p:nvPr/>
        </p:nvSpPr>
        <p:spPr>
          <a:xfrm>
            <a:off x="3831335" y="5277190"/>
            <a:ext cx="2112097" cy="730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 err="1"/>
              <a:t>Daftar</a:t>
            </a:r>
            <a:r>
              <a:rPr lang="en-US" sz="1800" dirty="0"/>
              <a:t> </a:t>
            </a:r>
            <a:r>
              <a:rPr lang="en-US" sz="1800" dirty="0" err="1"/>
              <a:t>mata</a:t>
            </a:r>
            <a:r>
              <a:rPr lang="en-US" sz="1800" dirty="0"/>
              <a:t> </a:t>
            </a:r>
            <a:r>
              <a:rPr lang="en-US" sz="1800" dirty="0" err="1"/>
              <a:t>kuliah</a:t>
            </a:r>
            <a:endParaRPr lang="en-US" sz="18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xmlns="" id="{9E5439E1-002B-6840-AD30-9C299D880647}"/>
              </a:ext>
            </a:extLst>
          </p:cNvPr>
          <p:cNvSpPr txBox="1">
            <a:spLocks/>
          </p:cNvSpPr>
          <p:nvPr/>
        </p:nvSpPr>
        <p:spPr>
          <a:xfrm>
            <a:off x="6710332" y="5180864"/>
            <a:ext cx="2112097" cy="730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QR Code </a:t>
            </a:r>
            <a:r>
              <a:rPr lang="en-US" sz="1800" dirty="0" err="1"/>
              <a:t>absensi</a:t>
            </a:r>
            <a:r>
              <a:rPr lang="en-US" sz="1800" dirty="0"/>
              <a:t> </a:t>
            </a:r>
            <a:r>
              <a:rPr lang="en-US" sz="1800" dirty="0" err="1" smtClean="0"/>
              <a:t>digenerate</a:t>
            </a:r>
            <a:r>
              <a:rPr lang="en-US" sz="1800" dirty="0" smtClean="0"/>
              <a:t> </a:t>
            </a:r>
            <a:r>
              <a:rPr lang="en-US" sz="1800" dirty="0" err="1"/>
              <a:t>otomatis</a:t>
            </a:r>
            <a:endParaRPr lang="en-US" sz="18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xmlns="" id="{7799FEAB-A026-5948-85D6-D30955583A06}"/>
              </a:ext>
            </a:extLst>
          </p:cNvPr>
          <p:cNvSpPr txBox="1">
            <a:spLocks/>
          </p:cNvSpPr>
          <p:nvPr/>
        </p:nvSpPr>
        <p:spPr>
          <a:xfrm>
            <a:off x="9672725" y="5153135"/>
            <a:ext cx="2112097" cy="7303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B467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 err="1"/>
              <a:t>Dosen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melihat</a:t>
            </a:r>
            <a:r>
              <a:rPr lang="en-US" sz="1800" dirty="0"/>
              <a:t> </a:t>
            </a:r>
            <a:r>
              <a:rPr lang="en-US" sz="1800" dirty="0" err="1"/>
              <a:t>rekap</a:t>
            </a:r>
            <a:r>
              <a:rPr lang="en-US" sz="1800" dirty="0"/>
              <a:t> </a:t>
            </a:r>
            <a:r>
              <a:rPr lang="en-US" sz="1800" dirty="0" err="1"/>
              <a:t>absensi</a:t>
            </a:r>
            <a:endParaRPr lang="en-US" sz="18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32DDC343-F37D-B44C-B07B-593B36078594}"/>
              </a:ext>
            </a:extLst>
          </p:cNvPr>
          <p:cNvCxnSpPr/>
          <p:nvPr/>
        </p:nvCxnSpPr>
        <p:spPr>
          <a:xfrm>
            <a:off x="3070717" y="3985112"/>
            <a:ext cx="65551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43400601-7BEE-A242-A26D-329F11E604C3}"/>
              </a:ext>
            </a:extLst>
          </p:cNvPr>
          <p:cNvCxnSpPr>
            <a:cxnSpLocks/>
          </p:cNvCxnSpPr>
          <p:nvPr/>
        </p:nvCxnSpPr>
        <p:spPr>
          <a:xfrm>
            <a:off x="5864352" y="3607091"/>
            <a:ext cx="734597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xmlns="" id="{E69C20DF-619E-BD4F-8E4B-CA42A3180EC3}"/>
              </a:ext>
            </a:extLst>
          </p:cNvPr>
          <p:cNvSpPr/>
          <p:nvPr/>
        </p:nvSpPr>
        <p:spPr>
          <a:xfrm>
            <a:off x="3831336" y="3381539"/>
            <a:ext cx="2008632" cy="4511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B0214AF6-ED94-C348-9F19-45B2D2562F3E}"/>
              </a:ext>
            </a:extLst>
          </p:cNvPr>
          <p:cNvCxnSpPr/>
          <p:nvPr/>
        </p:nvCxnSpPr>
        <p:spPr>
          <a:xfrm>
            <a:off x="8860128" y="3607091"/>
            <a:ext cx="65551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57" y="3151632"/>
            <a:ext cx="2631760" cy="1666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727" y="1520594"/>
            <a:ext cx="2258094" cy="35090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9955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Versi</a:t>
            </a:r>
            <a:r>
              <a:rPr lang="en-US" dirty="0"/>
              <a:t> </a:t>
            </a:r>
            <a:r>
              <a:rPr lang="en-US" dirty="0" smtClean="0"/>
              <a:t>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Arti</a:t>
            </a:r>
            <a:r>
              <a:rPr lang="en-US" dirty="0" smtClean="0"/>
              <a:t> </a:t>
            </a:r>
            <a:r>
              <a:rPr lang="en-US" dirty="0" err="1" smtClean="0"/>
              <a:t>Tombol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Repeat: </a:t>
            </a:r>
            <a:r>
              <a:rPr lang="en-US" dirty="0" err="1" smtClean="0"/>
              <a:t>Mengulang</a:t>
            </a:r>
            <a:r>
              <a:rPr lang="en-US" dirty="0" smtClean="0"/>
              <a:t> </a:t>
            </a:r>
            <a:r>
              <a:rPr lang="en-US" dirty="0" err="1" smtClean="0"/>
              <a:t>absensi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Finish: </a:t>
            </a:r>
            <a:r>
              <a:rPr lang="en-US" dirty="0" err="1"/>
              <a:t>Menutup</a:t>
            </a:r>
            <a:r>
              <a:rPr lang="en-US" dirty="0"/>
              <a:t> </a:t>
            </a:r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absensi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permanen</a:t>
            </a:r>
            <a:r>
              <a:rPr lang="en-US" dirty="0"/>
              <a:t> data </a:t>
            </a:r>
            <a:r>
              <a:rPr lang="en-US" dirty="0" err="1"/>
              <a:t>absen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MIS </a:t>
            </a:r>
            <a:r>
              <a:rPr lang="en-US" dirty="0" err="1"/>
              <a:t>sesaat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menekan</a:t>
            </a:r>
            <a:r>
              <a:rPr lang="en-US" dirty="0"/>
              <a:t> </a:t>
            </a:r>
            <a:r>
              <a:rPr lang="en-US" dirty="0" err="1"/>
              <a:t>tombol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.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perkuliahan</a:t>
            </a:r>
            <a:r>
              <a:rPr lang="en-US" dirty="0"/>
              <a:t> yang </a:t>
            </a:r>
            <a:r>
              <a:rPr lang="en-US" dirty="0" err="1"/>
              <a:t>dihadiri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smtClean="0"/>
              <a:t>MIS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Cancel : </a:t>
            </a:r>
            <a:r>
              <a:rPr lang="en-US" dirty="0" err="1" smtClean="0"/>
              <a:t>Membatalkan</a:t>
            </a:r>
            <a:r>
              <a:rPr lang="en-US" dirty="0" smtClean="0"/>
              <a:t> </a:t>
            </a:r>
            <a:r>
              <a:rPr lang="en-US" dirty="0" err="1" smtClean="0"/>
              <a:t>absensi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kembali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halaman</a:t>
            </a:r>
            <a:r>
              <a:rPr lang="en-US" dirty="0" smtClean="0"/>
              <a:t> </a:t>
            </a:r>
            <a:r>
              <a:rPr lang="en-US" dirty="0" err="1" smtClean="0"/>
              <a:t>utama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Refresh :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melihat</a:t>
            </a:r>
            <a:r>
              <a:rPr lang="en-US" dirty="0" smtClean="0"/>
              <a:t> data </a:t>
            </a:r>
            <a:r>
              <a:rPr lang="en-US" dirty="0" err="1" smtClean="0"/>
              <a:t>kehadiran</a:t>
            </a:r>
            <a:r>
              <a:rPr lang="en-US" dirty="0" smtClean="0"/>
              <a:t> </a:t>
            </a:r>
            <a:r>
              <a:rPr lang="en-US" dirty="0" err="1" smtClean="0"/>
              <a:t>mahasiswa</a:t>
            </a:r>
            <a:r>
              <a:rPr lang="en-US" dirty="0" smtClean="0"/>
              <a:t> </a:t>
            </a:r>
            <a:r>
              <a:rPr lang="en-US" dirty="0" err="1" smtClean="0"/>
              <a:t>terbaru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scroll </a:t>
            </a:r>
            <a:r>
              <a:rPr lang="en-US" dirty="0" err="1" smtClean="0"/>
              <a:t>kebawah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melihat</a:t>
            </a:r>
            <a:r>
              <a:rPr lang="en-US" dirty="0" smtClean="0"/>
              <a:t> data </a:t>
            </a:r>
            <a:r>
              <a:rPr lang="en-US" dirty="0" err="1" smtClean="0"/>
              <a:t>mahasiswa</a:t>
            </a:r>
            <a:r>
              <a:rPr lang="en-US" dirty="0" smtClean="0"/>
              <a:t> yang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</a:t>
            </a:r>
            <a:r>
              <a:rPr lang="en-US" dirty="0" err="1" smtClean="0"/>
              <a:t>presensi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102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24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4D463544-B9C8-46A9-B2DD-E07B64A917A8}" vid="{BD3B542D-B363-448E-B543-08D8815909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333</Words>
  <Application>Microsoft Office PowerPoint</Application>
  <PresentationFormat>Custom</PresentationFormat>
  <Paragraphs>49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PENS ATTENDANCE</vt:lpstr>
      <vt:lpstr>Konten</vt:lpstr>
      <vt:lpstr>PENS Attendance</vt:lpstr>
      <vt:lpstr>Cara Mendapatkan Aplikasi</vt:lpstr>
      <vt:lpstr>Panduan Dosen Versi Android</vt:lpstr>
      <vt:lpstr>Panduan Dosen Versi Android</vt:lpstr>
      <vt:lpstr>Panduan Dosen Versi Web</vt:lpstr>
      <vt:lpstr>Panduan Dosen Versi Web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Berbasis Obyek Encapsulation</dc:title>
  <dc:creator>RoD</dc:creator>
  <cp:lastModifiedBy>Windows User</cp:lastModifiedBy>
  <cp:revision>16</cp:revision>
  <dcterms:created xsi:type="dcterms:W3CDTF">2016-12-13T12:18:31Z</dcterms:created>
  <dcterms:modified xsi:type="dcterms:W3CDTF">2019-09-23T23:05:20Z</dcterms:modified>
</cp:coreProperties>
</file>