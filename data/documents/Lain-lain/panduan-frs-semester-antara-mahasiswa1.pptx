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3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062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BA225-85B7-4F6F-B959-5B94BC860015}" type="datetimeFigureOut">
              <a:rPr lang="en-US" smtClean="0"/>
              <a:t>12/11/2022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F293F-D05B-479D-B16D-0D39A73569A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BA225-85B7-4F6F-B959-5B94BC860015}" type="datetimeFigureOut">
              <a:rPr lang="en-US" smtClean="0"/>
              <a:t>12/11/2022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F293F-D05B-479D-B16D-0D39A73569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BA225-85B7-4F6F-B959-5B94BC860015}" type="datetimeFigureOut">
              <a:rPr lang="en-US" smtClean="0"/>
              <a:t>12/11/2022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F293F-D05B-479D-B16D-0D39A73569A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BA225-85B7-4F6F-B959-5B94BC860015}" type="datetimeFigureOut">
              <a:rPr lang="en-US" smtClean="0"/>
              <a:t>12/11/2022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F293F-D05B-479D-B16D-0D39A73569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BA225-85B7-4F6F-B959-5B94BC860015}" type="datetimeFigureOut">
              <a:rPr lang="en-US" smtClean="0"/>
              <a:t>12/11/2022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F293F-D05B-479D-B16D-0D39A73569A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BA225-85B7-4F6F-B959-5B94BC860015}" type="datetimeFigureOut">
              <a:rPr lang="en-US" smtClean="0"/>
              <a:t>12/11/2022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F293F-D05B-479D-B16D-0D39A73569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BA225-85B7-4F6F-B959-5B94BC860015}" type="datetimeFigureOut">
              <a:rPr lang="en-US" smtClean="0"/>
              <a:t>12/11/2022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F293F-D05B-479D-B16D-0D39A73569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BA225-85B7-4F6F-B959-5B94BC860015}" type="datetimeFigureOut">
              <a:rPr lang="en-US" smtClean="0"/>
              <a:t>12/11/2022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F293F-D05B-479D-B16D-0D39A73569A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BA225-85B7-4F6F-B959-5B94BC860015}" type="datetimeFigureOut">
              <a:rPr lang="en-US" smtClean="0"/>
              <a:t>12/11/2022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F293F-D05B-479D-B16D-0D39A73569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BA225-85B7-4F6F-B959-5B94BC860015}" type="datetimeFigureOut">
              <a:rPr lang="en-US" smtClean="0"/>
              <a:t>12/11/2022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F293F-D05B-479D-B16D-0D39A73569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BA225-85B7-4F6F-B959-5B94BC860015}" type="datetimeFigureOut">
              <a:rPr lang="en-US" smtClean="0"/>
              <a:t>12/11/2022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F293F-D05B-479D-B16D-0D39A73569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71BA225-85B7-4F6F-B959-5B94BC860015}" type="datetimeFigureOut">
              <a:rPr lang="en-US" smtClean="0"/>
              <a:t>12/11/2022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57F293F-D05B-479D-B16D-0D39A73569A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online.mis.pens.ac.id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600" dirty="0" err="1" smtClean="0"/>
              <a:t>Panduan</a:t>
            </a:r>
            <a:r>
              <a:rPr lang="en-US" sz="3600" dirty="0" smtClean="0"/>
              <a:t> FRS ONLINE </a:t>
            </a:r>
            <a:r>
              <a:rPr lang="en-US" sz="3600" dirty="0" smtClean="0"/>
              <a:t>SEMESTER ANTARA</a:t>
            </a:r>
            <a:r>
              <a:rPr lang="en-US" sz="3600" dirty="0" smtClean="0"/>
              <a:t> </a:t>
            </a:r>
            <a:r>
              <a:rPr lang="en-US" sz="3600" dirty="0" smtClean="0"/>
              <a:t>(</a:t>
            </a:r>
            <a:r>
              <a:rPr lang="en-US" sz="3600" dirty="0" err="1" smtClean="0"/>
              <a:t>untuk</a:t>
            </a:r>
            <a:r>
              <a:rPr lang="en-US" sz="3600" dirty="0" smtClean="0"/>
              <a:t> </a:t>
            </a:r>
            <a:r>
              <a:rPr lang="en-US" sz="3600" dirty="0" err="1" smtClean="0"/>
              <a:t>mahasiswa</a:t>
            </a:r>
            <a:r>
              <a:rPr lang="en-US" sz="3600" dirty="0" smtClean="0"/>
              <a:t>)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Pengolahan</a:t>
            </a:r>
            <a:r>
              <a:rPr lang="en-US" dirty="0" smtClean="0"/>
              <a:t> Data </a:t>
            </a:r>
            <a:r>
              <a:rPr lang="en-US" dirty="0" err="1" smtClean="0"/>
              <a:t>Elektronik</a:t>
            </a:r>
            <a:r>
              <a:rPr lang="en-US" dirty="0" smtClean="0"/>
              <a:t> </a:t>
            </a:r>
            <a:r>
              <a:rPr lang="en-US" dirty="0" err="1" smtClean="0"/>
              <a:t>th</a:t>
            </a:r>
            <a:r>
              <a:rPr lang="en-US" dirty="0" smtClean="0"/>
              <a:t>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410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Langkah-Langkah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Buka</a:t>
            </a:r>
            <a:r>
              <a:rPr lang="en-US" dirty="0" smtClean="0"/>
              <a:t> </a:t>
            </a:r>
            <a:r>
              <a:rPr lang="en-US" dirty="0" smtClean="0">
                <a:hlinkClick r:id="rId2"/>
              </a:rPr>
              <a:t>http://online.mis.pens.ac.id</a:t>
            </a:r>
            <a:r>
              <a:rPr lang="en-US" dirty="0" smtClean="0"/>
              <a:t>, login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akses</a:t>
            </a:r>
            <a:r>
              <a:rPr lang="en-US" dirty="0" smtClean="0"/>
              <a:t> menu </a:t>
            </a:r>
            <a:r>
              <a:rPr lang="en-US" dirty="0" err="1" smtClean="0"/>
              <a:t>Akademik</a:t>
            </a:r>
            <a:r>
              <a:rPr lang="en-US" dirty="0" smtClean="0"/>
              <a:t> -&gt; FRS </a:t>
            </a:r>
            <a:r>
              <a:rPr lang="en-US" dirty="0" smtClean="0"/>
              <a:t>Semester </a:t>
            </a:r>
            <a:r>
              <a:rPr lang="en-US" dirty="0" err="1" smtClean="0"/>
              <a:t>Antara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725" y="2743200"/>
            <a:ext cx="4400550" cy="3000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3559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Langkah-Langkah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574" y="1600200"/>
            <a:ext cx="6766851" cy="4876800"/>
          </a:xfr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086158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Langkah-Langkah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 smtClean="0"/>
              <a:t>Langkah</a:t>
            </a:r>
            <a:r>
              <a:rPr lang="en-US" dirty="0" smtClean="0"/>
              <a:t> </a:t>
            </a:r>
            <a:r>
              <a:rPr lang="en-US" dirty="0" smtClean="0"/>
              <a:t>FRS </a:t>
            </a:r>
            <a:r>
              <a:rPr lang="en-US" dirty="0" smtClean="0"/>
              <a:t>Semester </a:t>
            </a:r>
            <a:r>
              <a:rPr lang="en-US" dirty="0" err="1" smtClean="0"/>
              <a:t>Antara</a:t>
            </a:r>
            <a:endParaRPr lang="en-US" dirty="0" smtClean="0"/>
          </a:p>
          <a:p>
            <a:pPr marL="457200" indent="-457200">
              <a:buFont typeface="+mj-lt"/>
              <a:buAutoNum type="alphaUcPeriod"/>
            </a:pPr>
            <a:r>
              <a:rPr lang="en-US" dirty="0" err="1" smtClean="0"/>
              <a:t>Muncul</a:t>
            </a:r>
            <a:r>
              <a:rPr lang="en-US" dirty="0" smtClean="0"/>
              <a:t> </a:t>
            </a:r>
            <a:r>
              <a:rPr lang="en-US" dirty="0" err="1" smtClean="0"/>
              <a:t>matakuliah</a:t>
            </a:r>
            <a:r>
              <a:rPr lang="en-US" dirty="0" smtClean="0"/>
              <a:t> semester </a:t>
            </a:r>
            <a:r>
              <a:rPr lang="en-US" dirty="0" err="1" smtClean="0"/>
              <a:t>sebelumnya</a:t>
            </a:r>
            <a:r>
              <a:rPr lang="en-US" dirty="0" smtClean="0"/>
              <a:t> </a:t>
            </a:r>
            <a:r>
              <a:rPr lang="en-US" dirty="0" err="1" smtClean="0"/>
              <a:t>dimana</a:t>
            </a:r>
            <a:r>
              <a:rPr lang="en-US" dirty="0" smtClean="0"/>
              <a:t> </a:t>
            </a:r>
            <a:r>
              <a:rPr lang="en-US" dirty="0" err="1" smtClean="0"/>
              <a:t>anda</a:t>
            </a:r>
            <a:r>
              <a:rPr lang="en-US" dirty="0" smtClean="0"/>
              <a:t> </a:t>
            </a:r>
            <a:r>
              <a:rPr lang="en-US" dirty="0" err="1" smtClean="0"/>
              <a:t>mendapatkan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E </a:t>
            </a:r>
            <a:r>
              <a:rPr lang="en-US" dirty="0" err="1" smtClean="0"/>
              <a:t>atau</a:t>
            </a:r>
            <a:r>
              <a:rPr lang="en-US" dirty="0" smtClean="0"/>
              <a:t> D</a:t>
            </a:r>
            <a:r>
              <a:rPr lang="en-US" i="1" dirty="0" smtClean="0"/>
              <a:t>, </a:t>
            </a:r>
            <a:r>
              <a:rPr lang="en-US" dirty="0" err="1" smtClean="0"/>
              <a:t>Pilih</a:t>
            </a:r>
            <a:r>
              <a:rPr lang="en-US" dirty="0" smtClean="0"/>
              <a:t> </a:t>
            </a:r>
            <a:r>
              <a:rPr lang="en-US" dirty="0" err="1" smtClean="0"/>
              <a:t>matakuliah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kolom</a:t>
            </a:r>
            <a:r>
              <a:rPr lang="en-US" dirty="0" smtClean="0"/>
              <a:t> </a:t>
            </a:r>
            <a:r>
              <a:rPr lang="en-US" dirty="0" err="1" smtClean="0"/>
              <a:t>ambil</a:t>
            </a:r>
            <a:endParaRPr lang="en-US" dirty="0" smtClean="0"/>
          </a:p>
          <a:p>
            <a:pPr marL="457200" indent="-457200">
              <a:buFont typeface="+mj-lt"/>
              <a:buAutoNum type="alphaUcPeriod"/>
            </a:pPr>
            <a:r>
              <a:rPr lang="en-US" dirty="0" err="1" smtClean="0"/>
              <a:t>Klik</a:t>
            </a:r>
            <a:r>
              <a:rPr lang="en-US" dirty="0" smtClean="0"/>
              <a:t> </a:t>
            </a:r>
            <a:r>
              <a:rPr lang="en-US" dirty="0" err="1" smtClean="0"/>
              <a:t>tombol</a:t>
            </a:r>
            <a:r>
              <a:rPr lang="en-US" dirty="0" smtClean="0"/>
              <a:t> SIMPAN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 err="1" smtClean="0"/>
              <a:t>Muncul</a:t>
            </a:r>
            <a:r>
              <a:rPr lang="en-US" dirty="0" smtClean="0"/>
              <a:t> </a:t>
            </a:r>
            <a:r>
              <a:rPr lang="en-US" dirty="0" err="1" smtClean="0"/>
              <a:t>jumlah</a:t>
            </a:r>
            <a:r>
              <a:rPr lang="en-US" dirty="0" smtClean="0"/>
              <a:t> </a:t>
            </a:r>
            <a:r>
              <a:rPr lang="en-US" dirty="0" err="1" smtClean="0"/>
              <a:t>pembayaran</a:t>
            </a:r>
            <a:r>
              <a:rPr lang="en-US" dirty="0" smtClean="0"/>
              <a:t> yang </a:t>
            </a:r>
            <a:r>
              <a:rPr lang="en-US" dirty="0" err="1" smtClean="0"/>
              <a:t>harus</a:t>
            </a:r>
            <a:r>
              <a:rPr lang="en-US" dirty="0" smtClean="0"/>
              <a:t> </a:t>
            </a:r>
            <a:r>
              <a:rPr lang="en-US" dirty="0" err="1" smtClean="0"/>
              <a:t>anda</a:t>
            </a:r>
            <a:r>
              <a:rPr lang="en-US" dirty="0" smtClean="0"/>
              <a:t> </a:t>
            </a:r>
            <a:r>
              <a:rPr lang="en-US" dirty="0" err="1" smtClean="0"/>
              <a:t>bayar</a:t>
            </a:r>
            <a:r>
              <a:rPr lang="en-US" dirty="0" smtClean="0"/>
              <a:t>,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transaksi</a:t>
            </a:r>
            <a:r>
              <a:rPr lang="en-US" dirty="0" smtClean="0"/>
              <a:t> bank </a:t>
            </a:r>
            <a:r>
              <a:rPr lang="en-US" dirty="0" err="1" smtClean="0"/>
              <a:t>mandiri</a:t>
            </a:r>
            <a:r>
              <a:rPr lang="en-US" dirty="0" smtClean="0"/>
              <a:t>. </a:t>
            </a:r>
            <a:r>
              <a:rPr lang="en-US" dirty="0" err="1" smtClean="0"/>
              <a:t>Lakukan</a:t>
            </a:r>
            <a:r>
              <a:rPr lang="en-US" dirty="0" smtClean="0"/>
              <a:t> </a:t>
            </a:r>
            <a:r>
              <a:rPr lang="en-US" dirty="0" err="1" smtClean="0"/>
              <a:t>pembayaran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bank </a:t>
            </a:r>
            <a:r>
              <a:rPr lang="en-US" dirty="0" err="1" smtClean="0"/>
              <a:t>mandiri</a:t>
            </a:r>
            <a:r>
              <a:rPr lang="en-US" dirty="0" smtClean="0"/>
              <a:t> via teller / ATM / </a:t>
            </a:r>
            <a:r>
              <a:rPr lang="en-US" dirty="0" err="1" smtClean="0"/>
              <a:t>Mandiri</a:t>
            </a:r>
            <a:r>
              <a:rPr lang="en-US" dirty="0" smtClean="0"/>
              <a:t> Online,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kode</a:t>
            </a:r>
            <a:r>
              <a:rPr lang="en-US" dirty="0" smtClean="0"/>
              <a:t> bank 10088 (</a:t>
            </a:r>
            <a:r>
              <a:rPr lang="en-US" dirty="0" err="1" smtClean="0"/>
              <a:t>Poltek</a:t>
            </a:r>
            <a:r>
              <a:rPr lang="en-US" dirty="0" smtClean="0"/>
              <a:t> </a:t>
            </a:r>
            <a:r>
              <a:rPr lang="en-US" dirty="0" err="1" smtClean="0"/>
              <a:t>Elka</a:t>
            </a:r>
            <a:r>
              <a:rPr lang="en-US" dirty="0" smtClean="0"/>
              <a:t> </a:t>
            </a:r>
            <a:r>
              <a:rPr lang="en-US" dirty="0" err="1" smtClean="0"/>
              <a:t>Negeri</a:t>
            </a:r>
            <a:r>
              <a:rPr lang="en-US" dirty="0" smtClean="0"/>
              <a:t> </a:t>
            </a:r>
            <a:r>
              <a:rPr lang="en-US" dirty="0" err="1" smtClean="0"/>
              <a:t>Sby</a:t>
            </a:r>
            <a:r>
              <a:rPr lang="en-US" dirty="0" smtClean="0"/>
              <a:t>),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memasukkan</a:t>
            </a:r>
            <a:r>
              <a:rPr lang="en-US" dirty="0" smtClean="0"/>
              <a:t> </a:t>
            </a:r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transaksi</a:t>
            </a:r>
            <a:r>
              <a:rPr lang="en-US" dirty="0" smtClean="0"/>
              <a:t> bank.</a:t>
            </a:r>
          </a:p>
          <a:p>
            <a:pPr marL="457200" indent="-457200">
              <a:buFont typeface="+mj-lt"/>
              <a:buAutoNum type="alphaUcPeriod"/>
            </a:pPr>
            <a:r>
              <a:rPr lang="en-US" dirty="0" err="1" smtClean="0"/>
              <a:t>Bila</a:t>
            </a:r>
            <a:r>
              <a:rPr lang="en-US" dirty="0" smtClean="0"/>
              <a:t> </a:t>
            </a:r>
            <a:r>
              <a:rPr lang="en-US" dirty="0" err="1" smtClean="0"/>
              <a:t>anda</a:t>
            </a:r>
            <a:r>
              <a:rPr lang="en-US" dirty="0" smtClean="0"/>
              <a:t> </a:t>
            </a:r>
            <a:r>
              <a:rPr lang="en-US" dirty="0" err="1" smtClean="0"/>
              <a:t>sudah</a:t>
            </a:r>
            <a:r>
              <a:rPr lang="en-US" dirty="0" smtClean="0"/>
              <a:t> </a:t>
            </a:r>
            <a:r>
              <a:rPr lang="en-US" dirty="0" err="1" smtClean="0"/>
              <a:t>melakukan</a:t>
            </a:r>
            <a:r>
              <a:rPr lang="en-US" dirty="0" smtClean="0"/>
              <a:t> </a:t>
            </a:r>
            <a:r>
              <a:rPr lang="en-US" dirty="0" err="1" smtClean="0"/>
              <a:t>pembayaran</a:t>
            </a:r>
            <a:r>
              <a:rPr lang="en-US" dirty="0" smtClean="0"/>
              <a:t>, </a:t>
            </a:r>
            <a:r>
              <a:rPr lang="en-US" dirty="0" err="1" smtClean="0"/>
              <a:t>kontak</a:t>
            </a:r>
            <a:r>
              <a:rPr lang="en-US" dirty="0" smtClean="0"/>
              <a:t> </a:t>
            </a:r>
            <a:r>
              <a:rPr lang="en-US" dirty="0" err="1" smtClean="0"/>
              <a:t>dosen</a:t>
            </a:r>
            <a:r>
              <a:rPr lang="en-US" dirty="0" smtClean="0"/>
              <a:t> </a:t>
            </a:r>
            <a:r>
              <a:rPr lang="en-US" dirty="0" err="1" smtClean="0"/>
              <a:t>wali</a:t>
            </a:r>
            <a:r>
              <a:rPr lang="en-US" dirty="0" smtClean="0"/>
              <a:t> </a:t>
            </a:r>
            <a:r>
              <a:rPr lang="en-US" dirty="0" err="1" smtClean="0"/>
              <a:t>anda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melakukan</a:t>
            </a:r>
            <a:r>
              <a:rPr lang="en-US" dirty="0" smtClean="0"/>
              <a:t> approval. </a:t>
            </a:r>
            <a:r>
              <a:rPr lang="en-US" dirty="0" err="1" smtClean="0"/>
              <a:t>Syarat</a:t>
            </a:r>
            <a:r>
              <a:rPr lang="en-US" dirty="0" smtClean="0"/>
              <a:t> </a:t>
            </a:r>
            <a:r>
              <a:rPr lang="en-US" dirty="0" err="1" smtClean="0"/>
              <a:t>dosen</a:t>
            </a:r>
            <a:r>
              <a:rPr lang="en-US" dirty="0" smtClean="0"/>
              <a:t> </a:t>
            </a:r>
            <a:r>
              <a:rPr lang="en-US" dirty="0" err="1" smtClean="0"/>
              <a:t>wali</a:t>
            </a:r>
            <a:r>
              <a:rPr lang="en-US" dirty="0" smtClean="0"/>
              <a:t> </a:t>
            </a:r>
            <a:r>
              <a:rPr lang="en-US" dirty="0" err="1" smtClean="0"/>
              <a:t>anda</a:t>
            </a:r>
            <a:r>
              <a:rPr lang="en-US" dirty="0" smtClean="0"/>
              <a:t>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melakukan</a:t>
            </a:r>
            <a:r>
              <a:rPr lang="en-US" dirty="0" smtClean="0"/>
              <a:t> approval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anda</a:t>
            </a:r>
            <a:r>
              <a:rPr lang="en-US" dirty="0" smtClean="0"/>
              <a:t> </a:t>
            </a:r>
            <a:r>
              <a:rPr lang="en-US" dirty="0" err="1" smtClean="0"/>
              <a:t>sudah</a:t>
            </a:r>
            <a:r>
              <a:rPr lang="en-US" dirty="0" smtClean="0"/>
              <a:t> </a:t>
            </a:r>
            <a:r>
              <a:rPr lang="en-US" dirty="0" err="1" smtClean="0"/>
              <a:t>melakukan</a:t>
            </a:r>
            <a:r>
              <a:rPr lang="en-US" dirty="0" smtClean="0"/>
              <a:t> </a:t>
            </a:r>
            <a:r>
              <a:rPr lang="en-US" dirty="0" err="1" smtClean="0"/>
              <a:t>pembayaran</a:t>
            </a:r>
            <a:r>
              <a:rPr lang="en-US" dirty="0" smtClean="0"/>
              <a:t> </a:t>
            </a:r>
            <a:r>
              <a:rPr lang="en-US" dirty="0" err="1" smtClean="0"/>
              <a:t>matakuliah</a:t>
            </a:r>
            <a:r>
              <a:rPr lang="en-US" dirty="0" smtClean="0"/>
              <a:t> yang </a:t>
            </a:r>
            <a:r>
              <a:rPr lang="en-US" dirty="0" err="1" smtClean="0"/>
              <a:t>anda</a:t>
            </a:r>
            <a:r>
              <a:rPr lang="en-US" dirty="0" smtClean="0"/>
              <a:t> </a:t>
            </a:r>
            <a:r>
              <a:rPr lang="en-US" dirty="0" err="1" smtClean="0"/>
              <a:t>ambil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semester </a:t>
            </a:r>
            <a:r>
              <a:rPr lang="en-US" dirty="0" err="1" smtClean="0"/>
              <a:t>antara</a:t>
            </a:r>
            <a:endParaRPr lang="en-US" dirty="0" smtClean="0"/>
          </a:p>
          <a:p>
            <a:pPr marL="457200" indent="-457200">
              <a:buFont typeface="+mj-lt"/>
              <a:buAutoNum type="alphaUcPeriod"/>
            </a:pPr>
            <a:endParaRPr lang="en-US" dirty="0" smtClean="0"/>
          </a:p>
          <a:p>
            <a:pPr marL="457200" indent="-457200">
              <a:buFont typeface="+mj-lt"/>
              <a:buAutoNum type="alphaUcPeriod"/>
            </a:pPr>
            <a:endParaRPr lang="en-US" dirty="0" smtClean="0"/>
          </a:p>
          <a:p>
            <a:pPr marL="457200" indent="-457200">
              <a:buFont typeface="+mj-lt"/>
              <a:buAutoNum type="alphaUcPeriod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02866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Catatan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Semua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matakuliah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yang </a:t>
            </a:r>
            <a:r>
              <a:rPr lang="en-US" dirty="0" err="1" smtClean="0">
                <a:solidFill>
                  <a:srgbClr val="FF0000"/>
                </a:solidFill>
              </a:rPr>
              <a:t>muncul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pada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pilihan</a:t>
            </a:r>
            <a:r>
              <a:rPr lang="en-US" dirty="0" smtClean="0">
                <a:solidFill>
                  <a:srgbClr val="FF0000"/>
                </a:solidFill>
              </a:rPr>
              <a:t> semester </a:t>
            </a:r>
            <a:r>
              <a:rPr lang="en-US" dirty="0" err="1" smtClean="0">
                <a:solidFill>
                  <a:srgbClr val="FF0000"/>
                </a:solidFill>
              </a:rPr>
              <a:t>antara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adalah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semua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nilai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tepat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satu</a:t>
            </a:r>
            <a:r>
              <a:rPr lang="en-US" dirty="0" smtClean="0">
                <a:solidFill>
                  <a:srgbClr val="FF0000"/>
                </a:solidFill>
              </a:rPr>
              <a:t> semester </a:t>
            </a:r>
            <a:r>
              <a:rPr lang="en-US" dirty="0" err="1" smtClean="0">
                <a:solidFill>
                  <a:srgbClr val="FF0000"/>
                </a:solidFill>
              </a:rPr>
              <a:t>sebelumnya</a:t>
            </a:r>
            <a:r>
              <a:rPr lang="en-US" dirty="0" smtClean="0">
                <a:solidFill>
                  <a:srgbClr val="FF0000"/>
                </a:solidFill>
              </a:rPr>
              <a:t> yang </a:t>
            </a:r>
            <a:r>
              <a:rPr lang="en-US" dirty="0" err="1" smtClean="0">
                <a:solidFill>
                  <a:srgbClr val="FF0000"/>
                </a:solidFill>
              </a:rPr>
              <a:t>mendapatkan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nilai</a:t>
            </a:r>
            <a:r>
              <a:rPr lang="en-US" dirty="0" smtClean="0">
                <a:solidFill>
                  <a:srgbClr val="FF0000"/>
                </a:solidFill>
              </a:rPr>
              <a:t> E </a:t>
            </a:r>
            <a:r>
              <a:rPr lang="en-US" dirty="0" err="1" smtClean="0">
                <a:solidFill>
                  <a:srgbClr val="FF0000"/>
                </a:solidFill>
              </a:rPr>
              <a:t>atau</a:t>
            </a:r>
            <a:r>
              <a:rPr lang="en-US" dirty="0" smtClean="0">
                <a:solidFill>
                  <a:srgbClr val="FF0000"/>
                </a:solidFill>
              </a:rPr>
              <a:t> D yang </a:t>
            </a:r>
            <a:r>
              <a:rPr lang="en-US" dirty="0" err="1" smtClean="0">
                <a:solidFill>
                  <a:srgbClr val="FF0000"/>
                </a:solidFill>
              </a:rPr>
              <a:t>sudah</a:t>
            </a:r>
            <a:r>
              <a:rPr lang="en-US" dirty="0" smtClean="0">
                <a:solidFill>
                  <a:srgbClr val="FF0000"/>
                </a:solidFill>
              </a:rPr>
              <a:t> di publis</a:t>
            </a:r>
            <a:r>
              <a:rPr lang="en-US" dirty="0" smtClean="0">
                <a:solidFill>
                  <a:srgbClr val="FF0000"/>
                </a:solidFill>
              </a:rPr>
              <a:t>h </a:t>
            </a:r>
            <a:r>
              <a:rPr lang="en-US" dirty="0" err="1" smtClean="0">
                <a:solidFill>
                  <a:srgbClr val="FF0000"/>
                </a:solidFill>
              </a:rPr>
              <a:t>oleh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dosen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pengampu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n-US" dirty="0" err="1" smtClean="0"/>
              <a:t>terbaik</a:t>
            </a:r>
            <a:r>
              <a:rPr lang="en-US" dirty="0" smtClean="0"/>
              <a:t> yang </a:t>
            </a:r>
            <a:r>
              <a:rPr lang="en-US" dirty="0" err="1" smtClean="0"/>
              <a:t>akan</a:t>
            </a:r>
            <a:r>
              <a:rPr lang="en-US" dirty="0" smtClean="0"/>
              <a:t> </a:t>
            </a:r>
            <a:r>
              <a:rPr lang="en-US" dirty="0" err="1" smtClean="0"/>
              <a:t>dimasukkan</a:t>
            </a:r>
            <a:r>
              <a:rPr lang="en-US" dirty="0" smtClean="0"/>
              <a:t>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transkrip</a:t>
            </a:r>
            <a:r>
              <a:rPr lang="en-US" dirty="0" smtClean="0"/>
              <a:t> </a:t>
            </a:r>
            <a:r>
              <a:rPr lang="en-US" dirty="0" err="1" smtClean="0"/>
              <a:t>akademik</a:t>
            </a:r>
            <a:r>
              <a:rPr lang="en-US" dirty="0" smtClean="0"/>
              <a:t> </a:t>
            </a:r>
            <a:r>
              <a:rPr lang="en-US" dirty="0" err="1" smtClean="0"/>
              <a:t>bila</a:t>
            </a:r>
            <a:r>
              <a:rPr lang="en-US" dirty="0" smtClean="0"/>
              <a:t> </a:t>
            </a:r>
            <a:r>
              <a:rPr lang="en-US" dirty="0" err="1" smtClean="0"/>
              <a:t>ada</a:t>
            </a:r>
            <a:r>
              <a:rPr lang="en-US" dirty="0" smtClean="0"/>
              <a:t> </a:t>
            </a:r>
            <a:r>
              <a:rPr lang="en-US" dirty="0" err="1" smtClean="0"/>
              <a:t>matakuliah</a:t>
            </a:r>
            <a:r>
              <a:rPr lang="en-US" dirty="0" smtClean="0"/>
              <a:t> </a:t>
            </a:r>
            <a:r>
              <a:rPr lang="en-US" dirty="0" err="1" smtClean="0"/>
              <a:t>mengulang</a:t>
            </a:r>
            <a:endParaRPr lang="en-US" dirty="0"/>
          </a:p>
          <a:p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merasa</a:t>
            </a:r>
            <a:r>
              <a:rPr lang="en-US" dirty="0"/>
              <a:t> </a:t>
            </a:r>
            <a:r>
              <a:rPr lang="en-US" dirty="0" err="1"/>
              <a:t>kesulitan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pemilihan</a:t>
            </a:r>
            <a:r>
              <a:rPr lang="en-US" dirty="0"/>
              <a:t> </a:t>
            </a:r>
            <a:r>
              <a:rPr lang="en-US" dirty="0" err="1"/>
              <a:t>matakuliah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 </a:t>
            </a:r>
            <a:r>
              <a:rPr lang="en-US" dirty="0" err="1"/>
              <a:t>pengoperasian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smtClean="0"/>
              <a:t>FRS semester </a:t>
            </a:r>
            <a:r>
              <a:rPr lang="en-US" dirty="0" err="1" smtClean="0"/>
              <a:t>antara</a:t>
            </a:r>
            <a:r>
              <a:rPr lang="en-US" dirty="0" smtClean="0"/>
              <a:t>, </a:t>
            </a:r>
            <a:r>
              <a:rPr lang="en-US" dirty="0" err="1"/>
              <a:t>Konsultasikan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dosen</a:t>
            </a:r>
            <a:r>
              <a:rPr lang="en-US" dirty="0"/>
              <a:t> </a:t>
            </a:r>
            <a:r>
              <a:rPr lang="en-US" dirty="0" err="1"/>
              <a:t>wali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ketua</a:t>
            </a:r>
            <a:r>
              <a:rPr lang="en-US" dirty="0"/>
              <a:t> program </a:t>
            </a:r>
            <a:r>
              <a:rPr lang="en-US" dirty="0" err="1"/>
              <a:t>studi</a:t>
            </a:r>
            <a:r>
              <a:rPr lang="en-US" dirty="0"/>
              <a:t> </a:t>
            </a:r>
            <a:r>
              <a:rPr lang="en-US" dirty="0" err="1"/>
              <a:t>anda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651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Selesai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596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173</TotalTime>
  <Words>199</Words>
  <Application>Microsoft Office PowerPoint</Application>
  <PresentationFormat>On-screen Show (4:3)</PresentationFormat>
  <Paragraphs>17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Clarity</vt:lpstr>
      <vt:lpstr>Panduan FRS ONLINE SEMESTER ANTARA (untuk mahasiswa)</vt:lpstr>
      <vt:lpstr>Langkah-Langkah</vt:lpstr>
      <vt:lpstr>Langkah-Langkah</vt:lpstr>
      <vt:lpstr>Langkah-Langkah</vt:lpstr>
      <vt:lpstr>Catatan</vt:lpstr>
      <vt:lpstr>Selesai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Cara Setting Jenis Penguji Sidang PA untuk lembar pengesahan buku PA (Untuk Koordinator PA)</dc:title>
  <dc:creator>Windows User</dc:creator>
  <cp:lastModifiedBy>Windows User</cp:lastModifiedBy>
  <cp:revision>28</cp:revision>
  <dcterms:created xsi:type="dcterms:W3CDTF">2020-08-15T09:00:15Z</dcterms:created>
  <dcterms:modified xsi:type="dcterms:W3CDTF">2022-12-11T12:45:02Z</dcterms:modified>
</cp:coreProperties>
</file>