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2" r:id="rId6"/>
    <p:sldId id="264" r:id="rId7"/>
    <p:sldId id="261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801"/>
    <a:srgbClr val="163964"/>
    <a:srgbClr val="1B46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-120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429" y="498248"/>
            <a:ext cx="11292113" cy="1519237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rgbClr val="F4C80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429" y="2179639"/>
            <a:ext cx="11291434" cy="650648"/>
          </a:xfrm>
        </p:spPr>
        <p:txBody>
          <a:bodyPr>
            <a:normAutofit/>
          </a:bodyPr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122738" y="2992441"/>
            <a:ext cx="7604125" cy="855663"/>
          </a:xfrm>
        </p:spPr>
        <p:txBody>
          <a:bodyPr/>
          <a:lstStyle>
            <a:lvl1pPr marL="0" indent="0" algn="r">
              <a:buNone/>
              <a:defRPr>
                <a:solidFill>
                  <a:srgbClr val="F4C80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007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11826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4679"/>
                </a:solidFill>
              </a:defRPr>
            </a:lvl1pPr>
            <a:lvl2pPr>
              <a:defRPr>
                <a:solidFill>
                  <a:srgbClr val="1B4679"/>
                </a:solidFill>
              </a:defRPr>
            </a:lvl2pPr>
            <a:lvl3pPr>
              <a:defRPr>
                <a:solidFill>
                  <a:srgbClr val="1B4679"/>
                </a:solidFill>
              </a:defRPr>
            </a:lvl3pPr>
            <a:lvl4pPr>
              <a:defRPr>
                <a:solidFill>
                  <a:srgbClr val="1B4679"/>
                </a:solidFill>
              </a:defRPr>
            </a:lvl4pPr>
            <a:lvl5pPr>
              <a:defRPr>
                <a:solidFill>
                  <a:srgbClr val="1B467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 b="1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148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05052"/>
            <a:ext cx="10515600" cy="946377"/>
          </a:xfrm>
        </p:spPr>
        <p:txBody>
          <a:bodyPr anchor="b"/>
          <a:lstStyle>
            <a:lvl1pPr algn="ctr">
              <a:defRPr sz="6000" b="1">
                <a:solidFill>
                  <a:srgbClr val="F4C80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28549"/>
            <a:ext cx="10515600" cy="4046537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600">
                <a:solidFill>
                  <a:srgbClr val="F4C80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28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3486"/>
            <a:ext cx="10515600" cy="1197202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013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08000"/>
            <a:ext cx="10515600" cy="11826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6396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6396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6520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6000" b="1">
                <a:solidFill>
                  <a:srgbClr val="F4C80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8461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8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08000"/>
            <a:ext cx="3932237" cy="1549400"/>
          </a:xfrm>
        </p:spPr>
        <p:txBody>
          <a:bodyPr anchor="b"/>
          <a:lstStyle>
            <a:lvl1pPr>
              <a:defRPr sz="3200"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163964"/>
                </a:solidFill>
              </a:defRPr>
            </a:lvl1pPr>
            <a:lvl2pPr>
              <a:defRPr sz="2800">
                <a:solidFill>
                  <a:srgbClr val="163964"/>
                </a:solidFill>
              </a:defRPr>
            </a:lvl2pPr>
            <a:lvl3pPr>
              <a:defRPr sz="2400">
                <a:solidFill>
                  <a:srgbClr val="163964"/>
                </a:solidFill>
              </a:defRPr>
            </a:lvl3pPr>
            <a:lvl4pPr>
              <a:defRPr sz="2000">
                <a:solidFill>
                  <a:srgbClr val="163964"/>
                </a:solidFill>
              </a:defRPr>
            </a:lvl4pPr>
            <a:lvl5pPr>
              <a:defRPr sz="2000">
                <a:solidFill>
                  <a:srgbClr val="163964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16396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1968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2689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08000"/>
            <a:ext cx="3932237" cy="1549400"/>
          </a:xfrm>
        </p:spPr>
        <p:txBody>
          <a:bodyPr anchor="b"/>
          <a:lstStyle>
            <a:lvl1pPr>
              <a:defRPr sz="3200"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rgbClr val="163964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16396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29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647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3486"/>
            <a:ext cx="10515600" cy="1197202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688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07999"/>
            <a:ext cx="2628900" cy="5668964"/>
          </a:xfrm>
        </p:spPr>
        <p:txBody>
          <a:bodyPr vert="eaVert"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507999"/>
            <a:ext cx="7734300" cy="5668963"/>
          </a:xfrm>
        </p:spPr>
        <p:txBody>
          <a:bodyPr vert="eaVert"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1786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1182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432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PENS ATTENDANCE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(</a:t>
            </a:r>
            <a:r>
              <a:rPr lang="en-US" dirty="0" err="1" smtClean="0"/>
              <a:t>Mahasiswa</a:t>
            </a:r>
            <a:r>
              <a:rPr lang="en-US" dirty="0" smtClean="0"/>
              <a:t>)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Politeknik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</a:t>
            </a:r>
            <a:r>
              <a:rPr lang="en-US" dirty="0" err="1"/>
              <a:t>Negeri</a:t>
            </a:r>
            <a:r>
              <a:rPr lang="en-US" dirty="0"/>
              <a:t> Surabaya</a:t>
            </a:r>
          </a:p>
          <a:p>
            <a:r>
              <a:rPr lang="en-US" dirty="0"/>
              <a:t>2019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1282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Konten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 </a:t>
            </a:r>
            <a:r>
              <a:rPr lang="en-US" dirty="0" smtClean="0"/>
              <a:t>Attendance</a:t>
            </a:r>
          </a:p>
          <a:p>
            <a:r>
              <a:rPr lang="en-US" dirty="0" smtClean="0"/>
              <a:t>Cara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endParaRPr lang="en-US" dirty="0"/>
          </a:p>
          <a:p>
            <a:r>
              <a:rPr lang="en-US" dirty="0" err="1" smtClean="0"/>
              <a:t>Panduan</a:t>
            </a:r>
            <a:r>
              <a:rPr lang="en-US" dirty="0" smtClean="0"/>
              <a:t> </a:t>
            </a:r>
            <a:r>
              <a:rPr lang="en-US" dirty="0" err="1"/>
              <a:t>Mahasiswa</a:t>
            </a:r>
            <a:endParaRPr lang="en-US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3791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PENS Attendance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presensi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perkuliahan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pencatat</a:t>
            </a:r>
            <a:r>
              <a:rPr lang="en-US" dirty="0"/>
              <a:t> </a:t>
            </a:r>
            <a:r>
              <a:rPr lang="en-US" dirty="0" err="1"/>
              <a:t>presensi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perkuliahan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Menggunakan</a:t>
            </a:r>
            <a:r>
              <a:rPr lang="en-US" dirty="0"/>
              <a:t> QR Code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scanning QR Code yang degenerate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mobile </a:t>
            </a:r>
            <a:r>
              <a:rPr lang="en-US" dirty="0" err="1"/>
              <a:t>atau</a:t>
            </a:r>
            <a:r>
              <a:rPr lang="en-US" dirty="0"/>
              <a:t> web</a:t>
            </a:r>
          </a:p>
          <a:p>
            <a:pPr marL="514350" indent="-514350">
              <a:buAutoNum type="arabicPeriod"/>
            </a:pP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lokasi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err="1"/>
              <a:t>Absensi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tertetu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Cara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 smtClean="0"/>
              <a:t>Versi</a:t>
            </a:r>
            <a:r>
              <a:rPr lang="en-US" dirty="0" smtClean="0"/>
              <a:t> Android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Di </a:t>
            </a:r>
            <a:r>
              <a:rPr lang="en-US" dirty="0" err="1" smtClean="0"/>
              <a:t>playstore</a:t>
            </a:r>
            <a:r>
              <a:rPr lang="en-US" dirty="0" smtClean="0"/>
              <a:t> </a:t>
            </a:r>
            <a:r>
              <a:rPr lang="en-US" dirty="0" err="1" smtClean="0"/>
              <a:t>ketikan</a:t>
            </a:r>
            <a:r>
              <a:rPr lang="en-US" dirty="0" smtClean="0"/>
              <a:t> kata </a:t>
            </a:r>
            <a:r>
              <a:rPr lang="en-US" dirty="0" err="1" smtClean="0"/>
              <a:t>kunci</a:t>
            </a:r>
            <a:r>
              <a:rPr lang="en-US" dirty="0" smtClean="0"/>
              <a:t> : PENS Attendance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:</a:t>
            </a:r>
          </a:p>
          <a:p>
            <a:pPr marL="914400" lvl="2" indent="0">
              <a:buNone/>
            </a:pPr>
            <a:r>
              <a:rPr lang="en-US" i="1" dirty="0">
                <a:solidFill>
                  <a:srgbClr val="FF0000"/>
                </a:solidFill>
              </a:rPr>
              <a:t>https://</a:t>
            </a:r>
            <a:r>
              <a:rPr lang="en-US" i="1" dirty="0" smtClean="0">
                <a:solidFill>
                  <a:srgbClr val="FF0000"/>
                </a:solidFill>
              </a:rPr>
              <a:t>play.google.com/store/apps/details?id=pens.qr.attendance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smtClean="0"/>
              <a:t>IOS</a:t>
            </a:r>
          </a:p>
          <a:p>
            <a:pPr marL="800100" lvl="2" indent="-3429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err="1" smtClean="0"/>
              <a:t>Dalam</a:t>
            </a:r>
            <a:r>
              <a:rPr lang="en-US" dirty="0" smtClean="0"/>
              <a:t> proses </a:t>
            </a:r>
            <a:r>
              <a:rPr lang="en-US" dirty="0" err="1" smtClean="0"/>
              <a:t>penyempurnaan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D53A54-8785-F34A-9D9E-B045CE91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Mahasiswa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5B22D46-8EB1-2147-B6FC-DF60679FCF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36"/>
          <a:stretch/>
        </p:blipFill>
        <p:spPr>
          <a:xfrm>
            <a:off x="1222809" y="1568768"/>
            <a:ext cx="2249887" cy="43687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E580C41-F08E-B84B-BB14-D786605DB9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86"/>
          <a:stretch/>
        </p:blipFill>
        <p:spPr>
          <a:xfrm>
            <a:off x="3852044" y="1568768"/>
            <a:ext cx="2243956" cy="43687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F1E520FE-0421-0E42-8202-5710ABC63A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5"/>
          <a:stretch/>
        </p:blipFill>
        <p:spPr>
          <a:xfrm>
            <a:off x="6475348" y="1568768"/>
            <a:ext cx="2238025" cy="43687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C26A8B22-8D82-C94D-931C-BA7AB5964C8D}"/>
              </a:ext>
            </a:extLst>
          </p:cNvPr>
          <p:cNvGrpSpPr/>
          <p:nvPr/>
        </p:nvGrpSpPr>
        <p:grpSpPr>
          <a:xfrm>
            <a:off x="9092721" y="1568768"/>
            <a:ext cx="2243956" cy="4368736"/>
            <a:chOff x="8617827" y="1568768"/>
            <a:chExt cx="2243956" cy="436873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D715D162-537C-AE47-8E25-30CF79BE36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286"/>
            <a:stretch/>
          </p:blipFill>
          <p:spPr>
            <a:xfrm>
              <a:off x="8617827" y="1568768"/>
              <a:ext cx="2243956" cy="436873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8D0A13EA-9E35-3C45-AE74-3C595F4B10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12" t="65244" r="26978" b="31200"/>
            <a:stretch/>
          </p:blipFill>
          <p:spPr>
            <a:xfrm>
              <a:off x="8965613" y="4618768"/>
              <a:ext cx="1548384" cy="2438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E67B8B8-64CB-A842-BD72-1BF272A4F6BC}"/>
              </a:ext>
            </a:extLst>
          </p:cNvPr>
          <p:cNvCxnSpPr>
            <a:cxnSpLocks/>
          </p:cNvCxnSpPr>
          <p:nvPr/>
        </p:nvCxnSpPr>
        <p:spPr>
          <a:xfrm>
            <a:off x="6096000" y="4397366"/>
            <a:ext cx="37934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B467BEBA-36C5-C848-9CEF-87D18820BAD4}"/>
              </a:ext>
            </a:extLst>
          </p:cNvPr>
          <p:cNvSpPr/>
          <p:nvPr/>
        </p:nvSpPr>
        <p:spPr>
          <a:xfrm>
            <a:off x="3852044" y="4167664"/>
            <a:ext cx="2243956" cy="451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C356C5AA-1B9F-1545-8864-CCEF99668FC0}"/>
              </a:ext>
            </a:extLst>
          </p:cNvPr>
          <p:cNvCxnSpPr>
            <a:cxnSpLocks/>
          </p:cNvCxnSpPr>
          <p:nvPr/>
        </p:nvCxnSpPr>
        <p:spPr>
          <a:xfrm>
            <a:off x="3472696" y="3111110"/>
            <a:ext cx="37934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0BD32EE1-CD49-834E-86C9-5EB5EC5DCA36}"/>
              </a:ext>
            </a:extLst>
          </p:cNvPr>
          <p:cNvCxnSpPr>
            <a:cxnSpLocks/>
          </p:cNvCxnSpPr>
          <p:nvPr/>
        </p:nvCxnSpPr>
        <p:spPr>
          <a:xfrm>
            <a:off x="8713373" y="4720454"/>
            <a:ext cx="37934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6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 smtClean="0"/>
              <a:t>Mahasiswa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Tahapan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Login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tombol</a:t>
            </a:r>
            <a:r>
              <a:rPr lang="en-US" dirty="0" smtClean="0"/>
              <a:t> Scan QR Code,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arahkan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QRCode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web yang </a:t>
            </a:r>
            <a:r>
              <a:rPr lang="en-US" dirty="0" err="1" smtClean="0"/>
              <a:t>ditunjukkan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layar</a:t>
            </a:r>
            <a:r>
              <a:rPr lang="en-US" dirty="0" smtClean="0"/>
              <a:t> LCD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layar</a:t>
            </a:r>
            <a:r>
              <a:rPr lang="en-US" dirty="0" smtClean="0"/>
              <a:t> PC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layar</a:t>
            </a:r>
            <a:r>
              <a:rPr lang="en-US" dirty="0" smtClean="0"/>
              <a:t> HP android </a:t>
            </a:r>
            <a:r>
              <a:rPr lang="en-US" dirty="0" err="1" smtClean="0"/>
              <a:t>atau</a:t>
            </a:r>
            <a:r>
              <a:rPr lang="en-US" dirty="0" smtClean="0"/>
              <a:t> IOS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Status scan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berhasil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tidaknya</a:t>
            </a:r>
            <a:r>
              <a:rPr lang="en-US" dirty="0" smtClean="0"/>
              <a:t>,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ditunjukkan</a:t>
            </a:r>
            <a:r>
              <a:rPr lang="en-US" dirty="0" smtClean="0"/>
              <a:t> di </a:t>
            </a:r>
            <a:r>
              <a:rPr lang="en-US" dirty="0" err="1" smtClean="0"/>
              <a:t>aplikasi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perkuliahan</a:t>
            </a:r>
            <a:r>
              <a:rPr lang="en-US" dirty="0" smtClean="0"/>
              <a:t>, </a:t>
            </a: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 err="1" smtClean="0"/>
              <a:t>dosen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logout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menunggu</a:t>
            </a:r>
            <a:r>
              <a:rPr lang="en-US" dirty="0" smtClean="0"/>
              <a:t> </a:t>
            </a:r>
            <a:r>
              <a:rPr lang="en-US" dirty="0" err="1" smtClean="0"/>
              <a:t>setelah</a:t>
            </a:r>
            <a:r>
              <a:rPr lang="en-US" dirty="0" smtClean="0"/>
              <a:t> 3 jam </a:t>
            </a:r>
            <a:r>
              <a:rPr lang="en-US" dirty="0" err="1" smtClean="0"/>
              <a:t>perkuliahan</a:t>
            </a:r>
            <a:r>
              <a:rPr lang="en-US" dirty="0" smtClean="0"/>
              <a:t>, data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MIS PENS, </a:t>
            </a:r>
            <a:r>
              <a:rPr lang="en-US" dirty="0" err="1" smtClean="0"/>
              <a:t>dapat</a:t>
            </a:r>
            <a:r>
              <a:rPr lang="en-US" dirty="0" smtClean="0"/>
              <a:t> di </a:t>
            </a:r>
            <a:r>
              <a:rPr lang="en-US" dirty="0" err="1" smtClean="0"/>
              <a:t>lihat</a:t>
            </a:r>
            <a:r>
              <a:rPr lang="en-US" dirty="0" smtClean="0"/>
              <a:t> di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perkuliahan</a:t>
            </a:r>
            <a:r>
              <a:rPr lang="en-US" dirty="0" smtClean="0"/>
              <a:t> di online.mis.pens.ac.id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Selesai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43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24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D463544-B9C8-46A9-B2DD-E07B64A917A8}" vid="{BD3B542D-B363-448E-B543-08D8815909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172</Words>
  <Application>Microsoft Office PowerPoint</Application>
  <PresentationFormat>Custom</PresentationFormat>
  <Paragraphs>30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PENS ATTENDANCE</vt:lpstr>
      <vt:lpstr>Konten</vt:lpstr>
      <vt:lpstr>PENS Attendance</vt:lpstr>
      <vt:lpstr>Cara Mendapatkan Aplikasi</vt:lpstr>
      <vt:lpstr>Panduan Mahasiswa</vt:lpstr>
      <vt:lpstr>Panduan Mahasiswa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Berbasis Obyek Encapsulation</dc:title>
  <dc:creator>RoD</dc:creator>
  <cp:lastModifiedBy>Windows User</cp:lastModifiedBy>
  <cp:revision>11</cp:revision>
  <dcterms:created xsi:type="dcterms:W3CDTF">2016-12-13T12:18:31Z</dcterms:created>
  <dcterms:modified xsi:type="dcterms:W3CDTF">2019-09-23T23:09:37Z</dcterms:modified>
</cp:coreProperties>
</file>